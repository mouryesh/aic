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6.svg" ContentType="image/svg+xml"/>
  <Override PartName="/ppt/media/image2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94" r:id="rId3"/>
    <p:sldMasterId id="2147483699" r:id="rId4"/>
    <p:sldMasterId id="2147483713" r:id="rId5"/>
  </p:sldMasterIdLst>
  <p:notesMasterIdLst>
    <p:notesMasterId r:id="rId13"/>
  </p:notesMasterIdLst>
  <p:sldIdLst>
    <p:sldId id="820" r:id="rId6"/>
    <p:sldId id="2857" r:id="rId8"/>
    <p:sldId id="2870" r:id="rId7"/>
    <p:sldId id="1906872563" r:id="rId9"/>
    <p:sldId id="1906872569" r:id="rId10"/>
    <p:sldId id="1906872570" r:id="rId11"/>
    <p:sldId id="1906872571" r:id="rId20"/>
    <p:sldId id="1906872572" r:id="rId21"/>
    <p:sldId id="1906872573" r:id="rId22"/>
    <p:sldId id="1906872574" r:id="rId23"/>
    <p:sldId id="1906872575" r:id="rId24"/>
    <p:sldId id="1906872576" r:id="rId25"/>
    <p:sldId id="1906872577" r:id="rId26"/>
    <p:sldId id="1906872578" r:id="rId27"/>
    <p:sldId id="1906872579" r:id="rId28"/>
    <p:sldId id="1906872580" r:id="rId29"/>
    <p:sldId id="1906872581" r:id="rId30"/>
    <p:sldId id="1906872582" r:id="rId3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75E361-6728-4564-925F-CDEB010D9221}" v="1" dt="2026-08-12T11:52:41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pta, Sumit" userId="1897bf9b-0dd3-4194-b659-65bd26db6033" providerId="ADAL" clId="{5772E9CC-A2D7-4A18-9F3D-98CD1ADE6210}"/>
    <pc:docChg chg="undo custSel addSld delSld modSld modMainMaster">
      <pc:chgData name="Gupta, Sumit" userId="1897bf9b-0dd3-4194-b659-65bd26db6033" providerId="ADAL" clId="{5772E9CC-A2D7-4A18-9F3D-98CD1ADE6210}" dt="2026-08-12T11:52:43.731" v="19" actId="47"/>
      <pc:docMkLst>
        <pc:docMk/>
      </pc:docMkLst>
      <pc:sldChg chg="add">
        <pc:chgData name="Gupta, Sumit" userId="1897bf9b-0dd3-4194-b659-65bd26db6033" providerId="ADAL" clId="{5772E9CC-A2D7-4A18-9F3D-98CD1ADE6210}" dt="2026-08-12T11:52:41.597" v="18"/>
        <pc:sldMkLst>
          <pc:docMk/>
          <pc:sldMk cId="4229161518" sldId="820"/>
        </pc:sldMkLst>
      </pc:sldChg>
      <pc:sldChg chg="del">
        <pc:chgData name="Gupta, Sumit" userId="1897bf9b-0dd3-4194-b659-65bd26db6033" providerId="ADAL" clId="{5772E9CC-A2D7-4A18-9F3D-98CD1ADE6210}" dt="2026-08-12T11:52:43.731" v="19" actId="47"/>
        <pc:sldMkLst>
          <pc:docMk/>
          <pc:sldMk cId="1508494297" sldId="945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959471642" sldId="2857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80955698" sldId="2870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969716135" sldId="1906872563"/>
        </pc:sldMkLst>
      </pc:sldChg>
      <pc:sldChg chg="delSp modSp add mod">
        <pc:chgData name="Gupta, Sumit" userId="1897bf9b-0dd3-4194-b659-65bd26db6033" providerId="ADAL" clId="{5772E9CC-A2D7-4A18-9F3D-98CD1ADE6210}" dt="2026-07-24T04:48:25.970" v="2" actId="20577"/>
        <pc:sldMkLst>
          <pc:docMk/>
          <pc:sldMk cId="2205980423" sldId="1906872569"/>
        </pc:sldMkLst>
        <pc:spChg chg="mod">
          <ac:chgData name="Gupta, Sumit" userId="1897bf9b-0dd3-4194-b659-65bd26db6033" providerId="ADAL" clId="{5772E9CC-A2D7-4A18-9F3D-98CD1ADE6210}" dt="2026-07-24T04:48:25.970" v="2" actId="20577"/>
          <ac:spMkLst>
            <pc:docMk/>
            <pc:sldMk cId="2205980423" sldId="1906872569"/>
            <ac:spMk id="4" creationId="{00000000-0000-0000-0000-000000000000}"/>
          </ac:spMkLst>
        </pc:spChg>
      </pc:sldChg>
      <pc:sldChg chg="modSp add mod">
        <pc:chgData name="Gupta, Sumit" userId="1897bf9b-0dd3-4194-b659-65bd26db6033" providerId="ADAL" clId="{5772E9CC-A2D7-4A18-9F3D-98CD1ADE6210}" dt="2026-07-24T04:48:43.369" v="7" actId="20577"/>
        <pc:sldMkLst>
          <pc:docMk/>
          <pc:sldMk cId="3845603560" sldId="1906872570"/>
        </pc:sldMkLst>
        <pc:spChg chg="mod">
          <ac:chgData name="Gupta, Sumit" userId="1897bf9b-0dd3-4194-b659-65bd26db6033" providerId="ADAL" clId="{5772E9CC-A2D7-4A18-9F3D-98CD1ADE6210}" dt="2026-07-24T04:48:43.369" v="7" actId="20577"/>
          <ac:spMkLst>
            <pc:docMk/>
            <pc:sldMk cId="3845603560" sldId="1906872570"/>
            <ac:spMk id="4" creationId="{00000000-0000-0000-0000-000000000000}"/>
          </ac:spMkLst>
        </pc:spChg>
      </pc:sldChg>
      <pc:sldMasterChg chg="delSldLayout modSldLayout">
        <pc:chgData name="Gupta, Sumit" userId="1897bf9b-0dd3-4194-b659-65bd26db6033" providerId="ADAL" clId="{5772E9CC-A2D7-4A18-9F3D-98CD1ADE6210}" dt="2026-07-24T04:49:43.724" v="17"/>
        <pc:sldMasterMkLst>
          <pc:docMk/>
          <pc:sldMasterMk cId="3154538439" sldId="2147483660"/>
        </pc:sldMasterMkLst>
        <pc:sldLayoutChg chg="modSp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2368417819" sldId="2147483662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2368417819" sldId="2147483662"/>
              <ac:spMk id="3" creationId="{1BFF566D-EEFC-0454-54B0-66CBAB8DA700}"/>
            </ac:spMkLst>
          </pc:spChg>
        </pc:sldLayoutChg>
        <pc:sldLayoutChg chg="addSp delSp modSp mod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726607555" sldId="2147483673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726607555" sldId="2147483673"/>
              <ac:spMk id="2" creationId="{8F090878-FDCB-E32E-7E4D-4A1D113FA508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04694-B363-4D2F-9288-55810FEE4433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F16013-F085-4538-9539-111F70D1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5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681651-9904-804F-8355-78350773C1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pPr marL="0" marR="0" lvl="0" indent="0" algn="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" panose="020B05030302020602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12634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2.png"/><Relationship Id="rId3" Type="http://schemas.openxmlformats.org/officeDocument/2006/relationships/image" Target="../media/image2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5.emf"/><Relationship Id="rId4" Type="http://schemas.openxmlformats.org/officeDocument/2006/relationships/image" Target="../media/image2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6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8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9.sv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AC43ACC0-AD60-BDF4-2F68-94D9A9F04C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605" y="757711"/>
            <a:ext cx="1243822" cy="35308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01" y="3010442"/>
            <a:ext cx="6793920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0622" y="4464059"/>
            <a:ext cx="6793920" cy="109284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92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1528" y="6124064"/>
            <a:ext cx="1832894" cy="1969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731500" rtl="0" eaLnBrk="1" latinLnBrk="0" hangingPunct="1">
              <a:spcAft>
                <a:spcPts val="0"/>
              </a:spcAft>
              <a:buNone/>
              <a:defRPr lang="en-US" sz="128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398002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7" y="3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29" bIns="97529" rtlCol="0" anchor="ctr"/>
          <a:lstStyle/>
          <a:p>
            <a:pPr algn="ctr"/>
            <a:endParaRPr lang="en-US" sz="1919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455" y="572600"/>
            <a:ext cx="6757704" cy="433324"/>
          </a:xfrm>
        </p:spPr>
        <p:txBody>
          <a:bodyPr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9" y="2209172"/>
            <a:ext cx="6757703" cy="734934"/>
          </a:xfrm>
          <a:prstGeom prst="rect">
            <a:avLst/>
          </a:prstGeom>
        </p:spPr>
        <p:txBody>
          <a:bodyPr/>
          <a:lstStyle>
            <a:lvl1pPr>
              <a:defRPr lang="en-US" sz="144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9" y="1403018"/>
            <a:ext cx="6757703" cy="465875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920" b="0" i="0">
                <a:solidFill>
                  <a:schemeClr val="bg2"/>
                </a:solidFill>
                <a:latin typeface="+mn-lt"/>
              </a:defRPr>
            </a:lvl1pPr>
            <a:lvl2pPr marL="365752" indent="0">
              <a:buNone/>
              <a:defRPr sz="1600" b="1"/>
            </a:lvl2pPr>
            <a:lvl3pPr marL="731500" indent="0">
              <a:buNone/>
              <a:defRPr sz="1440" b="1"/>
            </a:lvl3pPr>
            <a:lvl4pPr marL="1097249" indent="0">
              <a:buNone/>
              <a:defRPr sz="1280" b="1"/>
            </a:lvl4pPr>
            <a:lvl5pPr marL="1462999" indent="0">
              <a:buNone/>
              <a:defRPr sz="1280" b="1"/>
            </a:lvl5pPr>
            <a:lvl6pPr marL="1828749" indent="0">
              <a:buNone/>
              <a:defRPr sz="1280" b="1"/>
            </a:lvl6pPr>
            <a:lvl7pPr marL="2194498" indent="0">
              <a:buNone/>
              <a:defRPr sz="1280" b="1"/>
            </a:lvl7pPr>
            <a:lvl8pPr marL="2560249" indent="0">
              <a:buNone/>
              <a:defRPr sz="1280" b="1"/>
            </a:lvl8pPr>
            <a:lvl9pPr marL="2925999" indent="0">
              <a:buNone/>
              <a:defRPr sz="128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495177" y="6442170"/>
            <a:ext cx="1934825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r>
              <a:rPr lang="en-US" sz="640" dirty="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081" noProof="0" dirty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714824" y="6442170"/>
            <a:ext cx="96180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64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1828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96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8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68417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7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mplex 1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13879"/>
            <a:ext cx="12203108" cy="685799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652" y="2335980"/>
            <a:ext cx="4850670" cy="239334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576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656" y="4880705"/>
            <a:ext cx="4850672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73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mplex 1 - Ligh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0"/>
            <a:ext cx="6074968" cy="687187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5567" y="3750135"/>
            <a:ext cx="3872092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95566" y="5092433"/>
            <a:ext cx="3872100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AC0B31-54E2-8C2A-B25C-0569D02C30D8}"/>
              </a:ext>
            </a:extLst>
          </p:cNvPr>
          <p:cNvCxnSpPr>
            <a:cxnSpLocks/>
          </p:cNvCxnSpPr>
          <p:nvPr userDrawn="1"/>
        </p:nvCxnSpPr>
        <p:spPr>
          <a:xfrm flipV="1">
            <a:off x="12030688" y="3"/>
            <a:ext cx="0" cy="686569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10493837" y="4"/>
            <a:ext cx="1698166" cy="687119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005750" y="5422430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735309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mplex 1 - Ligh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9927452" y="2976340"/>
            <a:ext cx="2264549" cy="389485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2976341"/>
            <a:ext cx="6772251" cy="389485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419750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11686" y="3954223"/>
            <a:ext cx="2264549" cy="2305712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4" name="Graphic 17">
            <a:extLst>
              <a:ext uri="{FF2B5EF4-FFF2-40B4-BE49-F238E27FC236}">
                <a16:creationId xmlns:a16="http://schemas.microsoft.com/office/drawing/2014/main" id="{004BC2F2-E3DC-5CB3-0900-931F6D847B7E}"/>
              </a:ext>
            </a:extLst>
          </p:cNvPr>
          <p:cNvSpPr/>
          <p:nvPr userDrawn="1"/>
        </p:nvSpPr>
        <p:spPr>
          <a:xfrm>
            <a:off x="10787697" y="4602862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2099914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754"/>
            <a:ext cx="6235504" cy="6858000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358CE2-3010-CD39-B174-C1F97F9202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5506" y="3"/>
            <a:ext cx="4439498" cy="6858000"/>
          </a:xfrm>
          <a:prstGeom prst="rect">
            <a:avLst/>
          </a:prstGeom>
        </p:spPr>
      </p:pic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156826" y="5684823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7817" y="3733230"/>
            <a:ext cx="3919968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07817" y="5065162"/>
            <a:ext cx="3919968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08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2A9A34-82D5-6262-D129-D306B6F55F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40031" y="2976069"/>
            <a:ext cx="3298274" cy="38896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75C44C-8B0B-A1AE-ABDF-0F7C1DE844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1543" y="-4090"/>
            <a:ext cx="6782996" cy="2980159"/>
          </a:xfrm>
          <a:prstGeom prst="rect">
            <a:avLst/>
          </a:prstGeom>
        </p:spPr>
      </p:pic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976340"/>
            <a:ext cx="6761155" cy="388935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1156" y="-4090"/>
            <a:ext cx="5430845" cy="29804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1431359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764AF4-DC76-040F-7F3B-393C800CFFE6}"/>
              </a:ext>
            </a:extLst>
          </p:cNvPr>
          <p:cNvSpPr/>
          <p:nvPr userDrawn="1"/>
        </p:nvSpPr>
        <p:spPr>
          <a:xfrm>
            <a:off x="6730950" y="2976067"/>
            <a:ext cx="3207355" cy="3881932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813D5C-B200-03E1-0309-707A457AA933}"/>
              </a:ext>
            </a:extLst>
          </p:cNvPr>
          <p:cNvSpPr/>
          <p:nvPr userDrawn="1"/>
        </p:nvSpPr>
        <p:spPr>
          <a:xfrm>
            <a:off x="0" y="1"/>
            <a:ext cx="6771453" cy="2974598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034" y="2976341"/>
            <a:ext cx="6740122" cy="387553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398719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54F08984-5A5F-2074-4481-4456FF8131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07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351" noProof="0" dirty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26607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24549" y="358356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3588203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824549" y="1600631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160527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30446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824549" y="228869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228685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28739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816294" y="427162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426978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FC8AB6A1-27E9-4726-8EED-1379C2B79DD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99EB2F96-A524-4376-ABC5-3FEBABEBAA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74109FF-31FD-44DD-9BFD-B595E095CCA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9776" y="1597537"/>
            <a:ext cx="4395264" cy="3523001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>
              <a:lnSpc>
                <a:spcPct val="70000"/>
              </a:lnSpc>
              <a:defRPr sz="7200">
                <a:solidFill>
                  <a:schemeClr val="accent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12731847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3" y="377805"/>
            <a:ext cx="11421740" cy="1565295"/>
          </a:xfrm>
        </p:spPr>
        <p:txBody>
          <a:bodyPr tIns="0" bIns="0" anchor="t">
            <a:normAutofit/>
          </a:bodyPr>
          <a:lstStyle>
            <a:lvl1pPr>
              <a:lnSpc>
                <a:spcPct val="80000"/>
              </a:lnSpc>
              <a:defRPr sz="6000" cap="none">
                <a:solidFill>
                  <a:schemeClr val="tx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44">
            <a:extLst>
              <a:ext uri="{FF2B5EF4-FFF2-40B4-BE49-F238E27FC236}">
                <a16:creationId xmlns:a16="http://schemas.microsoft.com/office/drawing/2014/main" id="{62554568-01B3-4431-8A8E-3067ECE43F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97512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06</a:t>
            </a:r>
            <a:endParaRPr lang="en-GB"/>
          </a:p>
        </p:txBody>
      </p:sp>
      <p:sp>
        <p:nvSpPr>
          <p:cNvPr id="71" name="Text Placeholder 44">
            <a:extLst>
              <a:ext uri="{FF2B5EF4-FFF2-40B4-BE49-F238E27FC236}">
                <a16:creationId xmlns:a16="http://schemas.microsoft.com/office/drawing/2014/main" id="{CCA78229-FDF4-4DB6-B436-CBCFEF9314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857730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07</a:t>
            </a:r>
            <a:endParaRPr lang="en-GB"/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17948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08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78166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09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10</a:t>
            </a:r>
            <a:endParaRPr lang="en-GB"/>
          </a:p>
        </p:txBody>
      </p:sp>
      <p:sp>
        <p:nvSpPr>
          <p:cNvPr id="75" name="Text Placeholder 44">
            <a:extLst>
              <a:ext uri="{FF2B5EF4-FFF2-40B4-BE49-F238E27FC236}">
                <a16:creationId xmlns:a16="http://schemas.microsoft.com/office/drawing/2014/main" id="{D012A4F1-1A7B-4861-AAD0-9C8C48E69A0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97512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  <a:endParaRPr lang="en-GB"/>
          </a:p>
        </p:txBody>
      </p:sp>
      <p:sp>
        <p:nvSpPr>
          <p:cNvPr id="76" name="Text Placeholder 44">
            <a:extLst>
              <a:ext uri="{FF2B5EF4-FFF2-40B4-BE49-F238E27FC236}">
                <a16:creationId xmlns:a16="http://schemas.microsoft.com/office/drawing/2014/main" id="{87432211-FA1B-4912-9E9D-1B7D1089CA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857730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02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317948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03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78166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04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05</a:t>
            </a:r>
            <a:endParaRPr lang="en-GB"/>
          </a:p>
        </p:txBody>
      </p:sp>
      <p:sp>
        <p:nvSpPr>
          <p:cNvPr id="80" name="Text Placeholder 2">
            <a:extLst>
              <a:ext uri="{FF2B5EF4-FFF2-40B4-BE49-F238E27FC236}">
                <a16:creationId xmlns:a16="http://schemas.microsoft.com/office/drawing/2014/main" id="{439731EE-FBBF-4749-8E58-161D1BD24B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7512" y="315947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">
            <a:extLst>
              <a:ext uri="{FF2B5EF4-FFF2-40B4-BE49-F238E27FC236}">
                <a16:creationId xmlns:a16="http://schemas.microsoft.com/office/drawing/2014/main" id="{53987512-4428-45A6-9E5A-ECC62C5A784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61856" y="314370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317946" y="316263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782290" y="314686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314502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5" name="Text Placeholder 2">
            <a:extLst>
              <a:ext uri="{FF2B5EF4-FFF2-40B4-BE49-F238E27FC236}">
                <a16:creationId xmlns:a16="http://schemas.microsoft.com/office/drawing/2014/main" id="{02847DEE-A5F9-4C29-B154-1544212CE4E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89257" y="514240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" name="Text Placeholder 2">
            <a:extLst>
              <a:ext uri="{FF2B5EF4-FFF2-40B4-BE49-F238E27FC236}">
                <a16:creationId xmlns:a16="http://schemas.microsoft.com/office/drawing/2014/main" id="{8FDB1794-F8AB-4138-AAA1-A52DD6E79A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853601" y="512663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09691" y="514556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774035" y="512979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512795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Footer Placeholder 6">
            <a:extLst>
              <a:ext uri="{FF2B5EF4-FFF2-40B4-BE49-F238E27FC236}">
                <a16:creationId xmlns:a16="http://schemas.microsoft.com/office/drawing/2014/main" id="{DF893CCF-7E5D-47A2-BEAA-290732009D8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29F35-82A7-4CD0-B264-4B8953C83B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527289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 Colum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85725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80975" indent="-180975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 6">
            <a:extLst>
              <a:ext uri="{FF2B5EF4-FFF2-40B4-BE49-F238E27FC236}">
                <a16:creationId xmlns:a16="http://schemas.microsoft.com/office/drawing/2014/main" id="{2D7B9C33-7860-4A78-8365-326155D0DC4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75CA6DF9-3D47-44A0-9AE6-EE81F577848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8D1DF11-64D7-450B-92C0-FFBB3964A6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794832106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538F56B-ECAD-430D-86B3-CA43CA930B13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411000" y="1945849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03EC794A-FC92-4AAF-AE86-050FA799F5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1586DA7-028B-46B2-8DE5-CD490E3A728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CAD60B4-85E8-4266-A468-73C7C71B2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363966883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5">
            <a:extLst>
              <a:ext uri="{FF2B5EF4-FFF2-40B4-BE49-F238E27FC236}">
                <a16:creationId xmlns:a16="http://schemas.microsoft.com/office/drawing/2014/main" id="{442A75EB-71CE-4543-ADEB-9A7264CF8BF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3807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18" name="Text Placeholder 25">
            <a:extLst>
              <a:ext uri="{FF2B5EF4-FFF2-40B4-BE49-F238E27FC236}">
                <a16:creationId xmlns:a16="http://schemas.microsoft.com/office/drawing/2014/main" id="{BCD1C719-53DB-4DE0-999D-A83E05EEDF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746803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19" name="Text Placeholder 25">
            <a:extLst>
              <a:ext uri="{FF2B5EF4-FFF2-40B4-BE49-F238E27FC236}">
                <a16:creationId xmlns:a16="http://schemas.microsoft.com/office/drawing/2014/main" id="{933372D4-A8C3-4A0E-8BC4-35430C7D44C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600432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20" name="Text Placeholder 25">
            <a:extLst>
              <a:ext uri="{FF2B5EF4-FFF2-40B4-BE49-F238E27FC236}">
                <a16:creationId xmlns:a16="http://schemas.microsoft.com/office/drawing/2014/main" id="{12AE7316-6AEE-48C3-B262-F48CA4EEC2F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43428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23" name="Footer Placeholder 6">
            <a:extLst>
              <a:ext uri="{FF2B5EF4-FFF2-40B4-BE49-F238E27FC236}">
                <a16:creationId xmlns:a16="http://schemas.microsoft.com/office/drawing/2014/main" id="{309F3C08-340B-4262-BE8D-7E0EC29922E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4" name="Slide Number Placeholder 9">
            <a:extLst>
              <a:ext uri="{FF2B5EF4-FFF2-40B4-BE49-F238E27FC236}">
                <a16:creationId xmlns:a16="http://schemas.microsoft.com/office/drawing/2014/main" id="{D8EB1850-1114-408C-A2E4-09622ECAB10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F77B05F-F630-4362-9489-073AAEA27D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1F1FA6F-6B29-4B4E-AC66-C4BE76E3CE7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93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E4CAE9FD-CC6F-4B12-A12B-D279A44AE39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88001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</p:spTree>
    <p:extLst>
      <p:ext uri="{BB962C8B-B14F-4D97-AF65-F5344CB8AC3E}">
        <p14:creationId xmlns:p14="http://schemas.microsoft.com/office/powerpoint/2010/main" val="75927270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928174"/>
            <a:ext cx="12191998" cy="440527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812566C2-550C-428D-9F25-97BA6ACC6D8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802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50056D35-DC61-4D0F-B0C2-B062F0DD56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45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4F54E055-BFC8-4967-AD47-F082AF139F1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802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4" name="Text Placeholder 41">
            <a:extLst>
              <a:ext uri="{FF2B5EF4-FFF2-40B4-BE49-F238E27FC236}">
                <a16:creationId xmlns:a16="http://schemas.microsoft.com/office/drawing/2014/main" id="{17A9C8F1-2B45-4232-AB93-26450C4625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45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41">
            <a:extLst>
              <a:ext uri="{FF2B5EF4-FFF2-40B4-BE49-F238E27FC236}">
                <a16:creationId xmlns:a16="http://schemas.microsoft.com/office/drawing/2014/main" id="{D7F2FA40-8443-415A-BCEC-57907AD7C3D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4802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6" name="Text Placeholder 41">
            <a:extLst>
              <a:ext uri="{FF2B5EF4-FFF2-40B4-BE49-F238E27FC236}">
                <a16:creationId xmlns:a16="http://schemas.microsoft.com/office/drawing/2014/main" id="{4DFB22B2-7DED-4F30-9EEB-FB3AE9BC745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45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80618C3C-6BED-4F24-8BC3-0BA6574D0AA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317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18039CC1-2EA8-4C41-979B-4D20FB6809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60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5A1FF5E6-3D7C-4087-AFF1-48A99E04CE2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1317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BB2C9A29-68E9-4B62-8688-F3255D0DC6F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353E4163-5423-4488-93B4-72E261A04E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317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8" name="Text Placeholder 41">
            <a:extLst>
              <a:ext uri="{FF2B5EF4-FFF2-40B4-BE49-F238E27FC236}">
                <a16:creationId xmlns:a16="http://schemas.microsoft.com/office/drawing/2014/main" id="{EC5DB573-F8E8-4DEA-AEA6-9E4D218638C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A822CE51-5843-4191-8C13-33C560880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946602674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754996"/>
            <a:ext cx="12191998" cy="457845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FFD4091F-4540-47D0-9D89-6BCB0291E5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53346DC2-FD7B-49C4-8AAB-B359175B7BF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1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AC42A312-9979-4A01-9158-57CD4C8CA33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81000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E6AD4056-7137-4DCF-A115-E508E36FD57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80999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C209F1A0-3F27-4F19-87B3-B17D5D0FF7A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103436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8FD5C041-A388-41EA-ABD7-248D2E8C55D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103435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C81EE5FD-7567-45E7-B11B-1CDE922D19C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103434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895385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EABE65-FD93-400B-BAEB-2365B18C10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575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047176E6-F8F4-49FC-A12D-CEB5CA6D60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9575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7AF73BDE-319D-4219-A5C1-DEB57921890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7451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0DF4D03-0BE8-4D31-82A4-F39747E4BF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7451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112886E8-E82B-4DDD-A8BC-ECFC852D39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585328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FB202F5B-10E0-4D04-965B-2D05E3CD18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85328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6B25A7F6-703D-4F00-A0EC-1566C7F2D3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26FD1142-0F2D-45CB-946D-E52751A238A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133236912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41">
            <a:extLst>
              <a:ext uri="{FF2B5EF4-FFF2-40B4-BE49-F238E27FC236}">
                <a16:creationId xmlns:a16="http://schemas.microsoft.com/office/drawing/2014/main" id="{9DFDC4DC-01F9-4BD6-BF0E-69725B783A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7" name="Text Placeholder 41">
            <a:extLst>
              <a:ext uri="{FF2B5EF4-FFF2-40B4-BE49-F238E27FC236}">
                <a16:creationId xmlns:a16="http://schemas.microsoft.com/office/drawing/2014/main" id="{24432DF7-B547-40FF-A825-45A78D2CB8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0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1">
            <a:extLst>
              <a:ext uri="{FF2B5EF4-FFF2-40B4-BE49-F238E27FC236}">
                <a16:creationId xmlns:a16="http://schemas.microsoft.com/office/drawing/2014/main" id="{233FEC15-78F4-43A2-A63C-053354C1234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243456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9" name="Text Placeholder 41">
            <a:extLst>
              <a:ext uri="{FF2B5EF4-FFF2-40B4-BE49-F238E27FC236}">
                <a16:creationId xmlns:a16="http://schemas.microsoft.com/office/drawing/2014/main" id="{5EA5DC18-5421-48CE-8B85-A27A2B4A50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43456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41">
            <a:extLst>
              <a:ext uri="{FF2B5EF4-FFF2-40B4-BE49-F238E27FC236}">
                <a16:creationId xmlns:a16="http://schemas.microsoft.com/office/drawing/2014/main" id="{B0E58F9C-D684-471B-BFF1-044DDB7AB07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912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4FEA6FC0-ADA0-43DC-9D26-5E114F07372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05912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8F8EE1D1-37AE-4F77-B057-69366C5878F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968368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91797188-BDCB-4CC5-BCBE-30AD9A4C450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968368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9D5BE5DC-7FFD-494C-891B-8A475F26F4E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3A863DAF-BB89-4865-8063-7F6B6BAB45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C770A387-6C5D-4E48-960C-8587FDB8A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4062992953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eople op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7E061C87-E253-4832-BFB5-F70B539C645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47889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2" name="Picture Placeholder 6">
            <a:extLst>
              <a:ext uri="{FF2B5EF4-FFF2-40B4-BE49-F238E27FC236}">
                <a16:creationId xmlns:a16="http://schemas.microsoft.com/office/drawing/2014/main" id="{9A86D32D-DCCA-FB41-AD6B-6114273CE67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815262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4" name="Picture Placeholder 6">
            <a:extLst>
              <a:ext uri="{FF2B5EF4-FFF2-40B4-BE49-F238E27FC236}">
                <a16:creationId xmlns:a16="http://schemas.microsoft.com/office/drawing/2014/main" id="{B3FA79AB-3280-3942-8811-1F447CF932F4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6482635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7" name="Picture Placeholder 6">
            <a:extLst>
              <a:ext uri="{FF2B5EF4-FFF2-40B4-BE49-F238E27FC236}">
                <a16:creationId xmlns:a16="http://schemas.microsoft.com/office/drawing/2014/main" id="{F226A25B-26CF-1C41-961E-12B3F363E009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9150007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06B7DA53-39E1-40DB-8E3D-AC55EE3B9D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29D22D92-75BB-4297-B843-557296E6CB8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E4BED6B8-7C00-4120-ABBA-D82093551AC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7E68CA9F-EC78-418D-9A6B-0239F68A44B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89295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9FBF1373-D4D2-4CA6-A203-BB25B6AE23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656667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E87B3F04-4595-45EE-8C80-2D66D058FF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24039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FAFD4B38-A351-4DBA-B2B5-067F273948E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991412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</p:spTree>
    <p:extLst>
      <p:ext uri="{BB962C8B-B14F-4D97-AF65-F5344CB8AC3E}">
        <p14:creationId xmlns:p14="http://schemas.microsoft.com/office/powerpoint/2010/main" val="4123792965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and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2756647"/>
            <a:ext cx="11430000" cy="3404441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675CFBC7-8550-4627-B678-91E938DCAAF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1000" y="1943955"/>
            <a:ext cx="11430000" cy="631158"/>
          </a:xfr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8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95307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1364265"/>
            <a:ext cx="11430000" cy="4796823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978730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lide op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0008FD0-AD04-4958-83B5-7F755546EE8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021" y="1162878"/>
            <a:ext cx="8318714" cy="3761961"/>
          </a:xfrm>
        </p:spPr>
        <p:txBody>
          <a:bodyPr tIns="0" bIns="0" anchor="b">
            <a:normAutofit/>
          </a:bodyPr>
          <a:lstStyle>
            <a:lvl1pPr algn="l">
              <a:lnSpc>
                <a:spcPct val="75000"/>
              </a:lnSpc>
              <a:defRPr sz="80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Section</a:t>
            </a:r>
            <a:br>
              <a:rPr lang="en-US"/>
            </a:br>
            <a:r>
              <a:rPr lang="en-US"/>
              <a:t>Divider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7A752BD-0233-480F-B3CC-46DD91E932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2020" y="5034169"/>
            <a:ext cx="8318713" cy="1328521"/>
          </a:xfrm>
        </p:spPr>
        <p:txBody>
          <a:bodyPr tIns="0" bIns="0" anchor="t">
            <a:normAutofit/>
          </a:bodyPr>
          <a:lstStyle>
            <a:lvl1pPr algn="l">
              <a:lnSpc>
                <a:spcPct val="90000"/>
              </a:lnSpc>
              <a:defRPr sz="2400" b="0" cap="none">
                <a:solidFill>
                  <a:schemeClr val="bg1"/>
                </a:solidFill>
                <a:latin typeface="+mn-lt"/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92578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op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0BC0154-8F01-45CA-849D-34E3AE00CF0F}"/>
              </a:ext>
            </a:extLst>
          </p:cNvPr>
          <p:cNvGrpSpPr>
            <a:grpSpLocks noChangeAspect="1"/>
          </p:cNvGrpSpPr>
          <p:nvPr/>
        </p:nvGrpSpPr>
        <p:grpSpPr>
          <a:xfrm>
            <a:off x="9554578" y="5833249"/>
            <a:ext cx="2256422" cy="605651"/>
            <a:chOff x="9638475" y="1219200"/>
            <a:chExt cx="1389888" cy="373063"/>
          </a:xfrm>
          <a:effectLst/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AE479CA-D694-4F45-BD11-38BE36BB3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38475" y="1372165"/>
              <a:ext cx="1389888" cy="220098"/>
            </a:xfrm>
            <a:prstGeom prst="rect">
              <a:avLst/>
            </a:prstGeom>
          </p:spPr>
        </p:pic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86BA3475-6F51-4B12-8741-D94FF0367C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448925" y="1219200"/>
              <a:ext cx="136525" cy="147638"/>
            </a:xfrm>
            <a:custGeom>
              <a:avLst/>
              <a:gdLst>
                <a:gd name="T0" fmla="*/ 0 w 86"/>
                <a:gd name="T1" fmla="*/ 66 h 93"/>
                <a:gd name="T2" fmla="*/ 50 w 86"/>
                <a:gd name="T3" fmla="*/ 47 h 93"/>
                <a:gd name="T4" fmla="*/ 0 w 86"/>
                <a:gd name="T5" fmla="*/ 27 h 93"/>
                <a:gd name="T6" fmla="*/ 0 w 86"/>
                <a:gd name="T7" fmla="*/ 0 h 93"/>
                <a:gd name="T8" fmla="*/ 86 w 86"/>
                <a:gd name="T9" fmla="*/ 35 h 93"/>
                <a:gd name="T10" fmla="*/ 86 w 86"/>
                <a:gd name="T11" fmla="*/ 57 h 93"/>
                <a:gd name="T12" fmla="*/ 0 w 86"/>
                <a:gd name="T13" fmla="*/ 93 h 93"/>
                <a:gd name="T14" fmla="*/ 0 w 86"/>
                <a:gd name="T15" fmla="*/ 66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6" h="93">
                  <a:moveTo>
                    <a:pt x="0" y="66"/>
                  </a:moveTo>
                  <a:lnTo>
                    <a:pt x="50" y="47"/>
                  </a:lnTo>
                  <a:lnTo>
                    <a:pt x="0" y="27"/>
                  </a:lnTo>
                  <a:lnTo>
                    <a:pt x="0" y="0"/>
                  </a:lnTo>
                  <a:lnTo>
                    <a:pt x="86" y="35"/>
                  </a:lnTo>
                  <a:lnTo>
                    <a:pt x="86" y="57"/>
                  </a:lnTo>
                  <a:lnTo>
                    <a:pt x="0" y="93"/>
                  </a:lnTo>
                  <a:lnTo>
                    <a:pt x="0" y="6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91AB612-3710-45D4-9355-B422D880C8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903537"/>
            <a:ext cx="11430000" cy="969963"/>
          </a:xfrm>
          <a:prstGeom prst="rect">
            <a:avLst/>
          </a:prstGeom>
        </p:spPr>
        <p:txBody>
          <a:bodyPr tIns="0" bIns="0" anchor="ctr">
            <a:normAutofit/>
          </a:bodyPr>
          <a:lstStyle>
            <a:lvl1pPr algn="ctr">
              <a:lnSpc>
                <a:spcPct val="80000"/>
              </a:lnSpc>
              <a:defRPr sz="36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Insert title at 36pt, min 30pt</a:t>
            </a:r>
          </a:p>
        </p:txBody>
      </p:sp>
    </p:spTree>
    <p:extLst>
      <p:ext uri="{BB962C8B-B14F-4D97-AF65-F5344CB8AC3E}">
        <p14:creationId xmlns:p14="http://schemas.microsoft.com/office/powerpoint/2010/main" val="20097703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copyrig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0404CCCA-4129-4663-91C0-1D86079B09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F848CCB8-4740-4B43-BCEF-5A546C1195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281575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urple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Footer Placeholder 1">
            <a:extLst>
              <a:ext uri="{FF2B5EF4-FFF2-40B4-BE49-F238E27FC236}">
                <a16:creationId xmlns:a16="http://schemas.microsoft.com/office/drawing/2014/main" id="{77305F73-3F10-4781-AEC1-D21924227102}"/>
              </a:ext>
            </a:extLst>
          </p:cNvPr>
          <p:cNvSpPr txBox="1">
            <a:spLocks/>
          </p:cNvSpPr>
          <p:nvPr/>
        </p:nvSpPr>
        <p:spPr>
          <a:xfrm>
            <a:off x="355739" y="6537399"/>
            <a:ext cx="4141956" cy="161962"/>
          </a:xfrm>
          <a:prstGeom prst="rect">
            <a:avLst/>
          </a:prstGeom>
        </p:spPr>
        <p:txBody>
          <a:bodyPr vert="horz" wrap="square" lIns="0" tIns="60930" rIns="0" bIns="60930"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lang="en-US" sz="800" b="0" i="0" kern="1200">
                <a:solidFill>
                  <a:schemeClr val="tx1">
                    <a:alpha val="50000"/>
                  </a:schemeClr>
                </a:solidFill>
                <a:latin typeface="Graphik Regular" panose="020B0503030202060203" pitchFamily="34" charset="77"/>
                <a:ea typeface="Roboto Light" panose="02000000000000000000" pitchFamily="2" charset="0"/>
                <a:cs typeface="Gotham Medium" pitchFamily="2" charset="0"/>
              </a:defRPr>
            </a:lvl1pPr>
            <a:lvl2pPr marL="609443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1218885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828328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2437771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3047213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3656656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4266097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4875541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r>
              <a:rPr lang="en-GB" sz="800" dirty="0">
                <a:solidFill>
                  <a:schemeClr val="bg1">
                    <a:alpha val="50000"/>
                  </a:schemeClr>
                </a:solidFill>
              </a:rPr>
              <a:t>Copyright © 2020 Accenture. All rights reserved.</a:t>
            </a:r>
            <a:endParaRPr lang="en-AU" sz="800" dirty="0">
              <a:solidFill>
                <a:schemeClr val="bg1">
                  <a:alpha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98951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est Master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F3EA-AEAF-C548-BD0C-AD254597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816B7-92BE-DC41-81A1-B94823C5B24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4488" y="1219200"/>
            <a:ext cx="11510962" cy="4838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4E4E6-DE9C-9B41-A230-03A839F777D8}"/>
              </a:ext>
            </a:extLst>
          </p:cNvPr>
          <p:cNvSpPr txBox="1">
            <a:spLocks/>
          </p:cNvSpPr>
          <p:nvPr/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20631652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1" name="Footer Placeholder 6">
            <a:extLst>
              <a:ext uri="{FF2B5EF4-FFF2-40B4-BE49-F238E27FC236}">
                <a16:creationId xmlns:a16="http://schemas.microsoft.com/office/drawing/2014/main" id="{91C0017E-4521-4295-9033-A405A2FA81F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43EE0978-DC3A-4D86-83BC-C2F42549CA6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74B3D656-7B78-4FFC-881D-DD01CAC5AD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952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9318202-F5EF-4F94-A2FB-2820022F3F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bg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pic>
        <p:nvPicPr>
          <p:cNvPr id="8" name="Picture 7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3337CFDD-6A45-4B8B-A44A-81963DA234F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701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6F1F-FA65-4EEB-BDF1-3ABAA12E2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9222" y="240215"/>
            <a:ext cx="10515600" cy="306635"/>
          </a:xfrm>
        </p:spPr>
        <p:txBody>
          <a:bodyPr lIns="0" tIns="0" rIns="0" bIns="0" anchor="t">
            <a:normAutofit/>
          </a:bodyPr>
          <a:lstStyle>
            <a:lvl1pPr>
              <a:defRPr sz="2400">
                <a:solidFill>
                  <a:srgbClr val="33CC33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18A67-9B80-412E-9A41-C4F91B5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647" y="6356350"/>
            <a:ext cx="2743200" cy="365125"/>
          </a:xfrm>
        </p:spPr>
        <p:txBody>
          <a:bodyPr/>
          <a:lstStyle/>
          <a:p>
            <a:fld id="{63FC6494-8DB7-494F-83AE-7187FC8A427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5E9138-10C8-4D5C-96AF-BA283019769A}"/>
              </a:ext>
            </a:extLst>
          </p:cNvPr>
          <p:cNvSpPr txBox="1"/>
          <p:nvPr userDrawn="1"/>
        </p:nvSpPr>
        <p:spPr>
          <a:xfrm>
            <a:off x="3470816" y="6629400"/>
            <a:ext cx="5250368" cy="22859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lvl="0" algn="ctr">
              <a:defRPr/>
            </a:pPr>
            <a:r>
              <a:rPr lang="en-US" sz="800" kern="0" dirty="0">
                <a:solidFill>
                  <a:srgbClr val="000000">
                    <a:lumMod val="65000"/>
                    <a:lumOff val="35000"/>
                  </a:srgbClr>
                </a:solidFill>
                <a:latin typeface="Graphik" panose="020B0503030202060203" pitchFamily="34" charset="0"/>
                <a:cs typeface="Arial" panose="020B0604020202020204" pitchFamily="34" charset="0"/>
              </a:rPr>
              <a:t>Copyright 2022 Accenture. All rights reserved. Accenture Confidential Information. Internal Use Only</a:t>
            </a:r>
            <a:endParaRPr kumimoji="0" lang="en-US" sz="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4CDE97-5B21-4B58-93AF-0B6CCB281B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9075" y="600260"/>
            <a:ext cx="10515600" cy="422275"/>
          </a:xfrm>
        </p:spPr>
        <p:txBody>
          <a:bodyPr vert="horz" lIns="0" tIns="0" rIns="0" bIns="0" rtlCol="0" anchor="t">
            <a:normAutofit/>
          </a:bodyPr>
          <a:lstStyle>
            <a:lvl1pPr>
              <a:defRPr lang="en-US" sz="1600" dirty="0" smtClean="0">
                <a:solidFill>
                  <a:srgbClr val="0070C0"/>
                </a:solidFill>
                <a:latin typeface="Graphik Black" panose="020B0A03030202060203" pitchFamily="34" charset="0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16460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ybook/Le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9DB20E-402F-4429-B44A-BCDD110E2DF6}"/>
              </a:ext>
            </a:extLst>
          </p:cNvPr>
          <p:cNvGrpSpPr/>
          <p:nvPr userDrawn="1"/>
        </p:nvGrpSpPr>
        <p:grpSpPr>
          <a:xfrm>
            <a:off x="1" y="-4488"/>
            <a:ext cx="12191065" cy="6862488"/>
            <a:chOff x="0" y="-3366"/>
            <a:chExt cx="9143299" cy="514686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C6B6D226-A844-B141-A337-85FFBCFDE485}"/>
                </a:ext>
              </a:extLst>
            </p:cNvPr>
            <p:cNvSpPr/>
            <p:nvPr userDrawn="1"/>
          </p:nvSpPr>
          <p:spPr>
            <a:xfrm>
              <a:off x="0" y="-3366"/>
              <a:ext cx="9143299" cy="5146866"/>
            </a:xfrm>
            <a:prstGeom prst="rect">
              <a:avLst/>
            </a:prstGeom>
            <a:solidFill>
              <a:srgbClr val="F5F7F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5E5E5E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D989BA39-7EC6-294F-AF53-B7142E5CDB12}"/>
                </a:ext>
              </a:extLst>
            </p:cNvPr>
            <p:cNvSpPr/>
            <p:nvPr userDrawn="1"/>
          </p:nvSpPr>
          <p:spPr>
            <a:xfrm>
              <a:off x="189491" y="197168"/>
              <a:ext cx="8794630" cy="4593579"/>
            </a:xfrm>
            <a:prstGeom prst="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</p:grpSp>
      <p:sp>
        <p:nvSpPr>
          <p:cNvPr id="6" name="Copyright Ⓒ 2018 Accenture  All rights reserved">
            <a:extLst>
              <a:ext uri="{FF2B5EF4-FFF2-40B4-BE49-F238E27FC236}">
                <a16:creationId xmlns:a16="http://schemas.microsoft.com/office/drawing/2014/main" id="{8CACBDDE-75CD-C644-9B17-36349A723C74}"/>
              </a:ext>
            </a:extLst>
          </p:cNvPr>
          <p:cNvSpPr txBox="1"/>
          <p:nvPr/>
        </p:nvSpPr>
        <p:spPr>
          <a:xfrm>
            <a:off x="5688980" y="6565842"/>
            <a:ext cx="2324354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numCol="1" anchor="t">
            <a:spAutoFit/>
          </a:bodyPr>
          <a:lstStyle>
            <a:lvl1pPr algn="l" defTabSz="1828800">
              <a:defRPr sz="1600" b="0">
                <a:solidFill>
                  <a:srgbClr val="5E5E5E"/>
                </a:solidFill>
                <a:latin typeface="Graphik Medium"/>
                <a:ea typeface="Graphik Medium"/>
                <a:cs typeface="Graphik Medium"/>
                <a:sym typeface="Graphik Medium"/>
              </a:defRPr>
            </a:lvl1pPr>
          </a:lstStyle>
          <a:p>
            <a:r>
              <a:rPr lang="en-US" sz="800" noProof="0" dirty="0"/>
              <a:t>Copyright Ⓒ 2022 Accenture  All rights reserved</a:t>
            </a:r>
          </a:p>
        </p:txBody>
      </p:sp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C198B9B7-3351-804E-9791-0F86BB11B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3757" y="515602"/>
            <a:ext cx="5880705" cy="1828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kumimoji="0" lang="en-US" sz="1051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Medium"/>
                <a:ea typeface="Graphik Medium"/>
                <a:cs typeface="Graphik Medium"/>
                <a:sym typeface="Helvetica Neue"/>
              </a:defRPr>
            </a:lvl1pPr>
          </a:lstStyle>
          <a:p>
            <a:endParaRPr lang="en-US" noProof="0"/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8B591B01-1140-A446-97B6-CB7450ED42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3758" y="726500"/>
            <a:ext cx="11058137" cy="1201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kumimoji="0" lang="en-US" sz="3200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Extralight"/>
                <a:ea typeface="Graphik Extralight"/>
                <a:cs typeface="Graphik Extralight"/>
                <a:sym typeface="Helvetica Neue"/>
              </a:defRPr>
            </a:lvl1pPr>
          </a:lstStyle>
          <a:p>
            <a:endParaRPr lang="en-US" noProof="0" dirty="0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74F9075F-C7D3-C945-95B7-DC8B159B600D}"/>
              </a:ext>
            </a:extLst>
          </p:cNvPr>
          <p:cNvSpPr txBox="1"/>
          <p:nvPr userDrawn="1"/>
        </p:nvSpPr>
        <p:spPr>
          <a:xfrm>
            <a:off x="11641895" y="6555881"/>
            <a:ext cx="411480" cy="1744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62C197D3-294B-0846-B7D0-AC071D2CBE2F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Graphik" panose="020B0503030202060203" pitchFamily="34" charset="77"/>
                <a:ea typeface="Helvetica Neue Light"/>
                <a:cs typeface="Helvetica Neue"/>
                <a:sym typeface="Helvetica Neue"/>
              </a:rPr>
              <a:pPr marL="0" marR="0" indent="0" algn="ctr" defTabSz="41274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Graphik" panose="020B0503030202060203" pitchFamily="34" charset="77"/>
              <a:ea typeface="Helvetica Neue Light"/>
              <a:cs typeface="Helvetica Neue"/>
              <a:sym typeface="Helvetica Neue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1462AE7-3669-354B-9330-98F8761FD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6914" y="6465311"/>
            <a:ext cx="733863" cy="31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97332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033">
          <p15:clr>
            <a:srgbClr val="FBAE40"/>
          </p15:clr>
        </p15:guide>
        <p15:guide id="2" orient="horz" pos="2938">
          <p15:clr>
            <a:srgbClr val="FBAE40"/>
          </p15:clr>
        </p15:guide>
        <p15:guide id="3" pos="269">
          <p15:clr>
            <a:srgbClr val="FBAE40"/>
          </p15:clr>
        </p15:guide>
        <p15:guide id="4" pos="5499">
          <p15:clr>
            <a:srgbClr val="FBAE40"/>
          </p15:clr>
        </p15:guide>
        <p15:guide id="5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6477557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1AFBD-8268-6E4E-B726-58CFB1605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82312-3184-8349-A074-E375B37B5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512A5-A4BF-F04E-9728-A4BCE2E0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6AAA-2B22-9448-A19B-5118FC26E10B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1ACDA-90AD-DF4E-B1C9-3175F6A31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C3B2B-4BD8-8B4A-A487-317A7260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FC613-4EEB-CC4B-B0A4-9C18D7586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299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4694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486710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190311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22114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92332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47371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74625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3588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02856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1726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465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DA81FCAA-64D2-4A9C-B16E-9C4E3BB431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29748" y="3813288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03CDC117-35F2-47B2-85B2-29CB8EE7E0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748" y="4055931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Job Title to go here</a:t>
            </a:r>
            <a:endParaRPr lang="en-GB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00A15EA9-2372-4E06-83C2-1E13AB1FA62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19820" y="3578084"/>
            <a:ext cx="778554" cy="778959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2011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162796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448920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172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69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974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57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445680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7581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32383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208052121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8947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39088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76501052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4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38445449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133044225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02251960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560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760677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546719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4471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6365271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9766795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4958430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92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041270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3626589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6044672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9597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89592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5582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924508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033307"/>
            <a:ext cx="4489017" cy="398699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1123222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244185"/>
            <a:ext cx="4489017" cy="39769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912050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319135"/>
            <a:ext cx="4489017" cy="38270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22728420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838703"/>
            <a:ext cx="5098087" cy="78790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8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2145526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44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Graphik" panose="020B0503030202060203" pitchFamily="34" charset="77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Graphik" panose="020B0503030202060203" pitchFamily="34" charset="77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179796"/>
            <a:ext cx="7200000" cy="49840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</p:spTree>
    <p:extLst>
      <p:ext uri="{BB962C8B-B14F-4D97-AF65-F5344CB8AC3E}">
        <p14:creationId xmlns:p14="http://schemas.microsoft.com/office/powerpoint/2010/main" val="11438017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  <p15:guide id="2" pos="2880">
          <p15:clr>
            <a:srgbClr val="C35EA4"/>
          </p15:clr>
        </p15:guide>
        <p15:guide id="3" orient="horz" pos="2707">
          <p15:clr>
            <a:srgbClr val="C35EA4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037347"/>
            <a:ext cx="7200000" cy="2783304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2469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C386F6A9-4F1A-3944-E7D3-E26B3E55A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4D946-575C-A63A-1F36-F73012F28CC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341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122B155-BA05-874A-7587-FD87E46FA2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341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92543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530D0-8A8F-68C0-4E3A-39EE60F2A5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2543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8745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220583F-078A-E528-E802-2F888AD1F0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8745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947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54AA6FC-4B12-B058-1F73-83023D3E1D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4947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11492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E7585F8-AF83-86FE-9FDC-FCBB8F0FDC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11492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332419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1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2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03511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78182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team + column Content: team + column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67B8B3ED-3C30-8209-EC37-30BECCCAC6D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C7F0577-7039-34CE-9E81-1E1B5179E19A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389183D5-43A1-CED9-DE7A-152AD40F1DB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DC001A2-2BC9-E92E-1900-07D1D55C844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D6DEAA1-1809-9174-41B2-A167C7EF0B6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EEA45CAC-A034-EBF8-A42A-D240A01CA2B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94B252BC-9982-2E12-F243-0ED078DBC2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DC6F0EDA-C6BC-1437-B68C-8779352D0B2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29" name="Title 2">
            <a:extLst>
              <a:ext uri="{FF2B5EF4-FFF2-40B4-BE49-F238E27FC236}">
                <a16:creationId xmlns:a16="http://schemas.microsoft.com/office/drawing/2014/main" id="{B87DF950-8C59-5635-493B-47BF5B6B0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A515A847-B8F1-0835-FEF9-D0644A3666A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7" name="Picture Placeholder 8">
            <a:extLst>
              <a:ext uri="{FF2B5EF4-FFF2-40B4-BE49-F238E27FC236}">
                <a16:creationId xmlns:a16="http://schemas.microsoft.com/office/drawing/2014/main" id="{AFFDAEDA-7A67-EFF8-97FE-53895BDD7346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8" name="Picture Placeholder 10">
            <a:extLst>
              <a:ext uri="{FF2B5EF4-FFF2-40B4-BE49-F238E27FC236}">
                <a16:creationId xmlns:a16="http://schemas.microsoft.com/office/drawing/2014/main" id="{CDEC200D-4F91-75FF-B3FC-CC83B1D2B426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0C873EF1-166E-2DEB-DEA4-F4E92E72812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EE6421DF-C4CF-347F-3F9F-B7C15DD342D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3C744BB-1061-9BD7-2063-D4FC3BA87A0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FB23E977-71EF-1003-3CEF-A8A4D0D7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3B567A05-2B76-107C-E1AA-BD5AA1C1C53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</p:spTree>
    <p:extLst>
      <p:ext uri="{BB962C8B-B14F-4D97-AF65-F5344CB8AC3E}">
        <p14:creationId xmlns:p14="http://schemas.microsoft.com/office/powerpoint/2010/main" val="34563251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14855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Graphik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38254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1328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08589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6821285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71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1080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9">
            <a:extLst>
              <a:ext uri="{FF2B5EF4-FFF2-40B4-BE49-F238E27FC236}">
                <a16:creationId xmlns:a16="http://schemas.microsoft.com/office/drawing/2014/main" id="{DD3BC9E6-13A7-8817-A32A-4CC03E87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9475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0352A97-ED89-7C2F-0063-10DA374C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accent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2832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72060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69190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8953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theme" Target="../theme/theme2.xml"/><Relationship Id="rId21" Type="http://schemas.openxmlformats.org/officeDocument/2006/relationships/image" Target="../media/image7.png"/><Relationship Id="rId22" Type="http://schemas.openxmlformats.org/officeDocument/2006/relationships/image" Target="../media/image8.png"/><Relationship Id="rId23" Type="http://schemas.openxmlformats.org/officeDocument/2006/relationships/image" Target="../media/image9.png"/><Relationship Id="rId24" Type="http://schemas.openxmlformats.org/officeDocument/2006/relationships/image" Target="../media/image10.png"/><Relationship Id="rId25" Type="http://schemas.openxmlformats.org/officeDocument/2006/relationships/image" Target="../media/image11.png"/><Relationship Id="rId26" Type="http://schemas.openxmlformats.org/officeDocument/2006/relationships/image" Target="../media/image12.png"/><Relationship Id="rId27" Type="http://schemas.openxmlformats.org/officeDocument/2006/relationships/image" Target="../media/image13.png"/><Relationship Id="rId28" Type="http://schemas.openxmlformats.org/officeDocument/2006/relationships/image" Target="../media/image14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5.xml"/><Relationship Id="rId14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61.xml"/><Relationship Id="rId17" Type="http://schemas.openxmlformats.org/officeDocument/2006/relationships/slideLayout" Target="../slideLayouts/slideLayout62.xml"/><Relationship Id="rId18" Type="http://schemas.openxmlformats.org/officeDocument/2006/relationships/slideLayout" Target="../slideLayouts/slideLayout63.xml"/><Relationship Id="rId19" Type="http://schemas.openxmlformats.org/officeDocument/2006/relationships/slideLayout" Target="../slideLayouts/slideLayout64.xml"/><Relationship Id="rId20" Type="http://schemas.openxmlformats.org/officeDocument/2006/relationships/slideLayout" Target="../slideLayouts/slideLayout65.xml"/><Relationship Id="rId21" Type="http://schemas.openxmlformats.org/officeDocument/2006/relationships/slideLayout" Target="../slideLayouts/slideLayout66.xml"/><Relationship Id="rId22" Type="http://schemas.openxmlformats.org/officeDocument/2006/relationships/slideLayout" Target="../slideLayouts/slideLayout67.xml"/><Relationship Id="rId23" Type="http://schemas.openxmlformats.org/officeDocument/2006/relationships/slideLayout" Target="../slideLayouts/slideLayout68.xml"/><Relationship Id="rId24" Type="http://schemas.openxmlformats.org/officeDocument/2006/relationships/slideLayout" Target="../slideLayouts/slideLayout69.xml"/><Relationship Id="rId25" Type="http://schemas.openxmlformats.org/officeDocument/2006/relationships/slideLayout" Target="../slideLayouts/slideLayout70.xml"/><Relationship Id="rId26" Type="http://schemas.openxmlformats.org/officeDocument/2006/relationships/slideLayout" Target="../slideLayouts/slideLayout71.xml"/><Relationship Id="rId27" Type="http://schemas.openxmlformats.org/officeDocument/2006/relationships/slideLayout" Target="../slideLayouts/slideLayout72.xml"/><Relationship Id="rId28" Type="http://schemas.openxmlformats.org/officeDocument/2006/relationships/slideLayout" Target="../slideLayouts/slideLayout73.xml"/><Relationship Id="rId29" Type="http://schemas.openxmlformats.org/officeDocument/2006/relationships/slideLayout" Target="../slideLayouts/slideLayout74.xml"/><Relationship Id="rId30" Type="http://schemas.openxmlformats.org/officeDocument/2006/relationships/slideLayout" Target="../slideLayouts/slideLayout75.xml"/><Relationship Id="rId31" Type="http://schemas.openxmlformats.org/officeDocument/2006/relationships/slideLayout" Target="../slideLayouts/slideLayout76.xml"/><Relationship Id="rId32" Type="http://schemas.openxmlformats.org/officeDocument/2006/relationships/slideLayout" Target="../slideLayouts/slideLayout77.xml"/><Relationship Id="rId33" Type="http://schemas.openxmlformats.org/officeDocument/2006/relationships/slideLayout" Target="../slideLayouts/slideLayout78.xml"/><Relationship Id="rId34" Type="http://schemas.openxmlformats.org/officeDocument/2006/relationships/slideLayout" Target="../slideLayouts/slideLayout79.xml"/><Relationship Id="rId35" Type="http://schemas.openxmlformats.org/officeDocument/2006/relationships/slideLayout" Target="../slideLayouts/slideLayout80.xml"/><Relationship Id="rId36" Type="http://schemas.openxmlformats.org/officeDocument/2006/relationships/slideLayout" Target="../slideLayouts/slideLayout81.xml"/><Relationship Id="rId37" Type="http://schemas.openxmlformats.org/officeDocument/2006/relationships/slideLayout" Target="../slideLayouts/slideLayout82.xml"/><Relationship Id="rId38" Type="http://schemas.openxmlformats.org/officeDocument/2006/relationships/slideLayout" Target="../slideLayouts/slideLayout83.xml"/><Relationship Id="rId39" Type="http://schemas.openxmlformats.org/officeDocument/2006/relationships/slideLayout" Target="../slideLayouts/slideLayout84.xml"/><Relationship Id="rId40" Type="http://schemas.openxmlformats.org/officeDocument/2006/relationships/slideLayout" Target="../slideLayouts/slideLayout85.xml"/><Relationship Id="rId41" Type="http://schemas.openxmlformats.org/officeDocument/2006/relationships/slideLayout" Target="../slideLayouts/slideLayout86.xml"/><Relationship Id="rId42" Type="http://schemas.openxmlformats.org/officeDocument/2006/relationships/slideLayout" Target="../slideLayouts/slideLayout87.xml"/><Relationship Id="rId43" Type="http://schemas.openxmlformats.org/officeDocument/2006/relationships/slideLayout" Target="../slideLayouts/slideLayout88.xml"/><Relationship Id="rId44" Type="http://schemas.openxmlformats.org/officeDocument/2006/relationships/slideLayout" Target="../slideLayouts/slideLayout89.xml"/><Relationship Id="rId45" Type="http://schemas.openxmlformats.org/officeDocument/2006/relationships/slideLayout" Target="../slideLayouts/slideLayout90.xml"/><Relationship Id="rId46" Type="http://schemas.openxmlformats.org/officeDocument/2006/relationships/slideLayout" Target="../slideLayouts/slideLayout91.xml"/><Relationship Id="rId47" Type="http://schemas.openxmlformats.org/officeDocument/2006/relationships/slideLayout" Target="../slideLayouts/slideLayout92.xml"/><Relationship Id="rId48" Type="http://schemas.openxmlformats.org/officeDocument/2006/relationships/slideLayout" Target="../slideLayouts/slideLayout93.xml"/><Relationship Id="rId49" Type="http://schemas.openxmlformats.org/officeDocument/2006/relationships/slideLayout" Target="../slideLayouts/slideLayout94.xml"/><Relationship Id="rId50" Type="http://schemas.openxmlformats.org/officeDocument/2006/relationships/slideLayout" Target="../slideLayouts/slideLayout95.xml"/><Relationship Id="rId51" Type="http://schemas.openxmlformats.org/officeDocument/2006/relationships/slideLayout" Target="../slideLayouts/slideLayout96.xml"/><Relationship Id="rId52" Type="http://schemas.openxmlformats.org/officeDocument/2006/relationships/slideLayout" Target="../slideLayouts/slideLayout97.xml"/><Relationship Id="rId53" Type="http://schemas.openxmlformats.org/officeDocument/2006/relationships/slideLayout" Target="../slideLayouts/slideLayout98.xml"/><Relationship Id="rId54" Type="http://schemas.openxmlformats.org/officeDocument/2006/relationships/slideLayout" Target="../slideLayouts/slideLayout99.xml"/><Relationship Id="rId55" Type="http://schemas.openxmlformats.org/officeDocument/2006/relationships/slideLayout" Target="../slideLayouts/slideLayout100.xml"/><Relationship Id="rId56" Type="http://schemas.openxmlformats.org/officeDocument/2006/relationships/slideLayout" Target="../slideLayouts/slideLayout101.xml"/><Relationship Id="rId57" Type="http://schemas.openxmlformats.org/officeDocument/2006/relationships/slideLayout" Target="../slideLayouts/slideLayout102.xml"/><Relationship Id="rId58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357864" cy="43332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1" y="1371602"/>
            <a:ext cx="11357864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</p:spTree>
    <p:extLst>
      <p:ext uri="{BB962C8B-B14F-4D97-AF65-F5344CB8AC3E}">
        <p14:creationId xmlns:p14="http://schemas.microsoft.com/office/powerpoint/2010/main" val="315453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3" r:id="rId9"/>
  </p:sldLayoutIdLst>
  <p:hf sldNum="0" hdr="0" ftr="0" dt="0"/>
  <p:txStyles>
    <p:titleStyle>
      <a:lvl1pPr algn="l" defTabSz="731500" rtl="0" eaLnBrk="1" latinLnBrk="0" hangingPunct="1">
        <a:lnSpc>
          <a:spcPct val="80000"/>
        </a:lnSpc>
        <a:spcBef>
          <a:spcPct val="0"/>
        </a:spcBef>
        <a:buNone/>
        <a:defRPr sz="352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2874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ClrTx/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365752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548626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4pPr>
      <a:lvl5pPr marL="731500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280" kern="1200">
          <a:solidFill>
            <a:schemeClr val="tx1"/>
          </a:solidFill>
          <a:latin typeface="+mn-lt"/>
          <a:ea typeface="+mn-ea"/>
          <a:cs typeface="+mn-cs"/>
        </a:defRPr>
      </a:lvl5pPr>
      <a:lvl6pPr marL="8891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Graphik" panose="020B0503030202060203" pitchFamily="34" charset="0"/>
        <a:buNone/>
        <a:tabLst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28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8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2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0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2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7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498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5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1">
          <p15:clr>
            <a:srgbClr val="5ACBF0"/>
          </p15:clr>
        </p15:guide>
        <p15:guide id="8" pos="435">
          <p15:clr>
            <a:srgbClr val="9FCC3B"/>
          </p15:clr>
        </p15:guide>
        <p15:guide id="9" pos="916">
          <p15:clr>
            <a:srgbClr val="C35EA4"/>
          </p15:clr>
        </p15:guide>
        <p15:guide id="10" pos="9392">
          <p15:clr>
            <a:srgbClr val="5ACBF0"/>
          </p15:clr>
        </p15:guide>
        <p15:guide id="11" pos="207">
          <p15:clr>
            <a:srgbClr val="5ACBF0"/>
          </p15:clr>
        </p15:guide>
        <p15:guide id="12" orient="horz" pos="4832">
          <p15:clr>
            <a:srgbClr val="5ACBF0"/>
          </p15:clr>
        </p15:guide>
        <p15:guide id="13" pos="9164">
          <p15:clr>
            <a:srgbClr val="9FCC3B"/>
          </p15:clr>
        </p15:guide>
        <p15:guide id="14" orient="horz" pos="401">
          <p15:clr>
            <a:srgbClr val="9FCC3B"/>
          </p15:clr>
        </p15:guide>
        <p15:guide id="15" orient="horz" pos="4622">
          <p15:clr>
            <a:srgbClr val="9FCC3B"/>
          </p15:clr>
        </p15:guide>
        <p15:guide id="16" orient="horz" pos="983">
          <p15:clr>
            <a:srgbClr val="A4A3A4"/>
          </p15:clr>
        </p15:guide>
        <p15:guide id="17" orient="horz" pos="4490">
          <p15:clr>
            <a:srgbClr val="A4A3A4"/>
          </p15:clr>
        </p15:guide>
        <p15:guide id="18" pos="8654">
          <p15:clr>
            <a:srgbClr val="C35EA4"/>
          </p15:clr>
        </p15:guide>
        <p15:guide id="19" orient="horz" pos="1351">
          <p15:clr>
            <a:srgbClr val="FDE53C"/>
          </p15:clr>
        </p15:guide>
        <p15:guide id="20" pos="8768">
          <p15:clr>
            <a:srgbClr val="F26B43"/>
          </p15:clr>
        </p15:guide>
        <p15:guide id="21" pos="8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/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6F6B3343-B4EF-4BC5-A753-D80C4EADB3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99A5035-44EB-4653-8F65-351427FC9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Accenture_Technology" hidden="1">
            <a:extLst>
              <a:ext uri="{FF2B5EF4-FFF2-40B4-BE49-F238E27FC236}">
                <a16:creationId xmlns:a16="http://schemas.microsoft.com/office/drawing/2014/main" id="{7F561B55-4A32-431D-8BA4-1A51234302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243985"/>
            <a:ext cx="2024293" cy="333289"/>
          </a:xfrm>
          <a:prstGeom prst="rect">
            <a:avLst/>
          </a:prstGeom>
        </p:spPr>
      </p:pic>
      <p:pic>
        <p:nvPicPr>
          <p:cNvPr id="9" name="Accenture_Strategy" hidden="1">
            <a:extLst>
              <a:ext uri="{FF2B5EF4-FFF2-40B4-BE49-F238E27FC236}">
                <a16:creationId xmlns:a16="http://schemas.microsoft.com/office/drawing/2014/main" id="{C33EDD26-4BAD-4452-B33F-48241F98D591}"/>
              </a:ext>
            </a:extLst>
          </p:cNvPr>
          <p:cNvPicPr>
            <a:picLocks noChangeAspect="1"/>
          </p:cNvPicPr>
          <p:nvPr userDrawn="1"/>
        </p:nvPicPr>
        <p:blipFill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10" name="Accenture_Operations" hidden="1">
            <a:extLst>
              <a:ext uri="{FF2B5EF4-FFF2-40B4-BE49-F238E27FC236}">
                <a16:creationId xmlns:a16="http://schemas.microsoft.com/office/drawing/2014/main" id="{88E87CB4-5755-499D-91D5-9B8DF482A9E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11" name="Accenture_Mobility" hidden="1">
            <a:extLst>
              <a:ext uri="{FF2B5EF4-FFF2-40B4-BE49-F238E27FC236}">
                <a16:creationId xmlns:a16="http://schemas.microsoft.com/office/drawing/2014/main" id="{CADE9D37-50D3-4E92-9D49-2C716078D159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12" name="Accenture_Interactive" hidden="1">
            <a:extLst>
              <a:ext uri="{FF2B5EF4-FFF2-40B4-BE49-F238E27FC236}">
                <a16:creationId xmlns:a16="http://schemas.microsoft.com/office/drawing/2014/main" id="{279B5443-5FDB-4D90-9C86-4ACF31740D6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13" name="Accenture_Analytics" hidden="1">
            <a:extLst>
              <a:ext uri="{FF2B5EF4-FFF2-40B4-BE49-F238E27FC236}">
                <a16:creationId xmlns:a16="http://schemas.microsoft.com/office/drawing/2014/main" id="{7E3C0033-CE00-4F44-B4DA-32082D33C83C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4" name="Accenture_Digital" hidden="1">
            <a:extLst>
              <a:ext uri="{FF2B5EF4-FFF2-40B4-BE49-F238E27FC236}">
                <a16:creationId xmlns:a16="http://schemas.microsoft.com/office/drawing/2014/main" id="{D9D2CA43-44F5-4DDC-AF71-4F5FDFF1B30C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15" name="Accenture_Consulting" hidden="1">
            <a:extLst>
              <a:ext uri="{FF2B5EF4-FFF2-40B4-BE49-F238E27FC236}">
                <a16:creationId xmlns:a16="http://schemas.microsoft.com/office/drawing/2014/main" id="{3344A5AB-F329-4B8E-8006-34B6E40B0028}"/>
              </a:ext>
            </a:extLst>
          </p:cNvPr>
          <p:cNvPicPr>
            <a:picLocks noChangeAspect="1"/>
          </p:cNvPicPr>
          <p:nvPr userDrawn="1"/>
        </p:nvPicPr>
        <p:blipFill>
          <a:blip r:embed="rId2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9" y="6244783"/>
            <a:ext cx="1942440" cy="330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727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</p:sldLayoutIdLst>
  <p:hf hdr="0" ft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898D3F2-5EC6-4985-85B5-4178882B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50E54BBC-E15F-4274-9991-03B6F5BA4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74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</p:sldLayoutIdLst>
  <p:hf hd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69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2129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35" r:id="rId22"/>
    <p:sldLayoutId id="2147483736" r:id="rId23"/>
    <p:sldLayoutId id="2147483737" r:id="rId24"/>
    <p:sldLayoutId id="2147483738" r:id="rId25"/>
    <p:sldLayoutId id="2147483739" r:id="rId26"/>
    <p:sldLayoutId id="2147483740" r:id="rId27"/>
    <p:sldLayoutId id="2147483741" r:id="rId28"/>
    <p:sldLayoutId id="2147483742" r:id="rId29"/>
    <p:sldLayoutId id="2147483743" r:id="rId30"/>
    <p:sldLayoutId id="2147483744" r:id="rId31"/>
    <p:sldLayoutId id="2147483745" r:id="rId32"/>
    <p:sldLayoutId id="2147483746" r:id="rId33"/>
    <p:sldLayoutId id="2147483747" r:id="rId34"/>
    <p:sldLayoutId id="2147483748" r:id="rId35"/>
    <p:sldLayoutId id="2147483749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0" r:id="rId47"/>
    <p:sldLayoutId id="2147483761" r:id="rId48"/>
    <p:sldLayoutId id="2147483762" r:id="rId49"/>
    <p:sldLayoutId id="2147483763" r:id="rId50"/>
    <p:sldLayoutId id="2147483764" r:id="rId51"/>
    <p:sldLayoutId id="2147483765" r:id="rId52"/>
    <p:sldLayoutId id="2147483766" r:id="rId53"/>
    <p:sldLayoutId id="2147483767" r:id="rId54"/>
    <p:sldLayoutId id="2147483768" r:id="rId55"/>
    <p:sldLayoutId id="2147483769" r:id="rId56"/>
    <p:sldLayoutId id="2147483770" r:id="rId57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>
          <p15:clr>
            <a:srgbClr val="5ACBF0"/>
          </p15:clr>
        </p15:guide>
        <p15:guide id="8" pos="347">
          <p15:clr>
            <a:srgbClr val="9FCC3B"/>
          </p15:clr>
        </p15:guide>
        <p15:guide id="9" pos="733">
          <p15:clr>
            <a:srgbClr val="C35EA4"/>
          </p15:clr>
        </p15:guide>
        <p15:guide id="10" pos="7514">
          <p15:clr>
            <a:srgbClr val="5ACBF0"/>
          </p15:clr>
        </p15:guide>
        <p15:guide id="11" pos="166">
          <p15:clr>
            <a:srgbClr val="5ACBF0"/>
          </p15:clr>
        </p15:guide>
        <p15:guide id="12" orient="horz" pos="4156">
          <p15:clr>
            <a:srgbClr val="5ACBF0"/>
          </p15:clr>
        </p15:guide>
        <p15:guide id="13" pos="7333">
          <p15:clr>
            <a:srgbClr val="9FCC3B"/>
          </p15:clr>
        </p15:guide>
        <p15:guide id="14" orient="horz" pos="346">
          <p15:clr>
            <a:srgbClr val="9FCC3B"/>
          </p15:clr>
        </p15:guide>
        <p15:guide id="15" orient="horz" pos="3974">
          <p15:clr>
            <a:srgbClr val="9FCC3B"/>
          </p15:clr>
        </p15:guide>
        <p15:guide id="16" orient="horz" pos="845">
          <p15:clr>
            <a:srgbClr val="A4A3A4"/>
          </p15:clr>
        </p15:guide>
        <p15:guide id="17" orient="horz" pos="3861">
          <p15:clr>
            <a:srgbClr val="A4A3A4"/>
          </p15:clr>
        </p15:guide>
        <p15:guide id="18" pos="6924">
          <p15:clr>
            <a:srgbClr val="C35EA4"/>
          </p15:clr>
        </p15:guide>
        <p15:guide id="19" orient="horz" pos="1162">
          <p15:clr>
            <a:srgbClr val="FDE53C"/>
          </p15:clr>
        </p15:guide>
        <p15:guide id="20" pos="7015">
          <p15:clr>
            <a:srgbClr val="F26B43"/>
          </p15:clr>
        </p15:guide>
        <p15:guide id="21" pos="66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0.jpg"/><Relationship Id="rId4" Type="http://schemas.openxmlformats.org/officeDocument/2006/relationships/image" Target="../media/image3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F81C1D7-25E7-2AEA-5B9C-B4934B41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3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35BF95-9260-FF3E-8BA1-F61D8AD0F5C6}"/>
              </a:ext>
            </a:extLst>
          </p:cNvPr>
          <p:cNvSpPr txBox="1"/>
          <p:nvPr/>
        </p:nvSpPr>
        <p:spPr>
          <a:xfrm>
            <a:off x="2989992" y="5411118"/>
            <a:ext cx="6212017" cy="56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ts val="37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 Semibold" panose="020B0503030202060203" pitchFamily="34" charset="77"/>
                <a:ea typeface="+mn-ea"/>
                <a:cs typeface="+mn-cs"/>
              </a:rPr>
              <a:t>AI reinvention made real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D2B6F5-4632-A6A7-D235-C4D1E256BD27}"/>
              </a:ext>
            </a:extLst>
          </p:cNvPr>
          <p:cNvSpPr/>
          <p:nvPr/>
        </p:nvSpPr>
        <p:spPr>
          <a:xfrm>
            <a:off x="3858744" y="5990476"/>
            <a:ext cx="4474512" cy="352647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 Regular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8F6C9-FCFE-86D4-8670-F533A4CE4650}"/>
              </a:ext>
            </a:extLst>
          </p:cNvPr>
          <p:cNvSpPr txBox="1"/>
          <p:nvPr/>
        </p:nvSpPr>
        <p:spPr>
          <a:xfrm>
            <a:off x="3858744" y="5972549"/>
            <a:ext cx="447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t>Accenture Innovation Challenge 2026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F1EFF8-B673-136C-4910-73D1BC9075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3" y="667062"/>
            <a:ext cx="1251231" cy="33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161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Factories can only monitor what they instrumented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Problem framing — Track 4, DigitalTwin.ai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4572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THE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Assembly lines mix legacy and modern equipment. Some stations are richly instrumented; a meaningful minority run on manual checklists and emit no telemetry at 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5575" y="123444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5575" y="1234440"/>
            <a:ext cx="4572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8455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THE CONSEQUENCE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455" y="170992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A defect introduced early may not surface until a much later gate, by which time many downstream units carry the same undetected issue.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8892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45720" cy="137160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63A3A"/>
                </a:solidFill>
                <a:latin typeface="Arial"/>
              </a:rPr>
              <a:t>WHY "ADD SENSORS" IS NOT THE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6440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Retrofits are limited to a small number of scheduled maintenance windows per year. The constraint is the calendar as much as the capital.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5575" y="278892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5575" y="2788920"/>
            <a:ext cx="45720" cy="137160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8455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WHERE THE VALUE SITS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26440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The stations most likely to hide a developing problem are exactly the ones nobody is watching. Inferring their state is the opportunity.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61688"/>
            <a:ext cx="11185855" cy="74980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89704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In our simulation, 78% of disturbances at un-instrumented stations never produced a sustained line-level throughput shortfall (n=27). Aggregate monitoring would not have caught them later — it would not have caught them at all.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Quoted conditions are from the official Round 2 brief. The measured figure is a simulated prototype result on synthetic data.</a:t>
            </a:r>
          </a:p>
        </p:txBody>
      </p:sp>
    </p:spTree>
    <p:extLst>
      <p:ext uri="{BB962C8B-B14F-4D97-AF65-F5344CB8AC3E}">
        <p14:creationId xmlns:p14="http://schemas.microsoft.com/office/powerpoint/2010/main" val="28095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3E37827-E5D7-46FD-9143-ABFBF88A628E}"/>
              </a:ext>
            </a:extLst>
          </p:cNvPr>
          <p:cNvSpPr/>
          <p:nvPr/>
        </p:nvSpPr>
        <p:spPr>
          <a:xfrm>
            <a:off x="7385349" y="2505161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1E876B-A706-450C-8C34-951E6FA6C00F}"/>
              </a:ext>
            </a:extLst>
          </p:cNvPr>
          <p:cNvSpPr/>
          <p:nvPr/>
        </p:nvSpPr>
        <p:spPr>
          <a:xfrm>
            <a:off x="852718" y="2506579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0A31654-439B-4571-B7B1-2E29E58E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913" y="525056"/>
            <a:ext cx="11430000" cy="726439"/>
          </a:xfrm>
        </p:spPr>
        <p:txBody>
          <a:bodyPr/>
          <a:lstStyle/>
          <a:p>
            <a:r>
              <a:rPr lang="en-US" dirty="0"/>
              <a:t>Team details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58B87F-AD17-4B30-9FAA-C5C07FCFFE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6202" y="6519009"/>
            <a:ext cx="385711" cy="20637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alpha val="40000"/>
                  </a:srgb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alpha val="40000"/>
                </a:srgb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pic>
        <p:nvPicPr>
          <p:cNvPr id="23" name="Picture Placeholder 75">
            <a:extLst>
              <a:ext uri="{FF2B5EF4-FFF2-40B4-BE49-F238E27FC236}">
                <a16:creationId xmlns:a16="http://schemas.microsoft.com/office/drawing/2014/main" id="{8DF0ED10-FA32-47BA-8D4F-7620C7B46FA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991" y="2405772"/>
            <a:ext cx="1434219" cy="1471323"/>
          </a:xfrm>
          <a:prstGeom prst="rect">
            <a:avLst/>
          </a:prstGeom>
        </p:spPr>
      </p:pic>
      <p:sp>
        <p:nvSpPr>
          <p:cNvPr id="39" name="Text Placeholder 27">
            <a:extLst>
              <a:ext uri="{FF2B5EF4-FFF2-40B4-BE49-F238E27FC236}">
                <a16:creationId xmlns:a16="http://schemas.microsoft.com/office/drawing/2014/main" id="{1D437424-4E2F-45EB-945E-4A07F8154854}"/>
              </a:ext>
            </a:extLst>
          </p:cNvPr>
          <p:cNvSpPr txBox="1">
            <a:spLocks/>
          </p:cNvSpPr>
          <p:nvPr/>
        </p:nvSpPr>
        <p:spPr>
          <a:xfrm>
            <a:off x="2637616" y="2098914"/>
            <a:ext cx="31770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1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Name (Team Leader)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13373B-BBFC-437A-A7F1-E5017F23DD33}"/>
              </a:ext>
            </a:extLst>
          </p:cNvPr>
          <p:cNvSpPr/>
          <p:nvPr/>
        </p:nvSpPr>
        <p:spPr>
          <a:xfrm>
            <a:off x="255634" y="6368280"/>
            <a:ext cx="670956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Graphik"/>
                <a:ea typeface="+mn-ea"/>
                <a:cs typeface="+mn-cs"/>
              </a:rPr>
              <a:t>All fields are mandatory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6E72D5-38A8-4FA5-9EBD-60021A357B2A}"/>
              </a:ext>
            </a:extLst>
          </p:cNvPr>
          <p:cNvSpPr/>
          <p:nvPr/>
        </p:nvSpPr>
        <p:spPr>
          <a:xfrm>
            <a:off x="852718" y="4463806"/>
            <a:ext cx="1481237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Photo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03A2336-9DAB-4FE3-86E5-A5694B473965}"/>
              </a:ext>
            </a:extLst>
          </p:cNvPr>
          <p:cNvCxnSpPr>
            <a:cxnSpLocks/>
          </p:cNvCxnSpPr>
          <p:nvPr/>
        </p:nvCxnSpPr>
        <p:spPr>
          <a:xfrm>
            <a:off x="6096000" y="1521230"/>
            <a:ext cx="0" cy="4523725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2BAEA9-C010-474F-8C80-BD3D504C25C1}"/>
              </a:ext>
            </a:extLst>
          </p:cNvPr>
          <p:cNvCxnSpPr/>
          <p:nvPr/>
        </p:nvCxnSpPr>
        <p:spPr>
          <a:xfrm>
            <a:off x="2623232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Placeholder 27">
            <a:extLst>
              <a:ext uri="{FF2B5EF4-FFF2-40B4-BE49-F238E27FC236}">
                <a16:creationId xmlns:a16="http://schemas.microsoft.com/office/drawing/2014/main" id="{83134DD2-B1F2-44EA-BCAB-CB7F6D0B5057}"/>
              </a:ext>
            </a:extLst>
          </p:cNvPr>
          <p:cNvSpPr txBox="1">
            <a:spLocks/>
          </p:cNvSpPr>
          <p:nvPr/>
        </p:nvSpPr>
        <p:spPr>
          <a:xfrm>
            <a:off x="2751413" y="4203349"/>
            <a:ext cx="1474707" cy="81116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Name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57CC230-E21C-4184-9D11-81950CC08A89}"/>
              </a:ext>
            </a:extLst>
          </p:cNvPr>
          <p:cNvCxnSpPr/>
          <p:nvPr/>
        </p:nvCxnSpPr>
        <p:spPr>
          <a:xfrm>
            <a:off x="2751413" y="5101825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Picture Placeholder 75">
            <a:extLst>
              <a:ext uri="{FF2B5EF4-FFF2-40B4-BE49-F238E27FC236}">
                <a16:creationId xmlns:a16="http://schemas.microsoft.com/office/drawing/2014/main" id="{5E355391-27FE-4824-9548-B5688C3FCC2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4018" y="2405772"/>
            <a:ext cx="1434219" cy="1471323"/>
          </a:xfrm>
          <a:prstGeom prst="rect">
            <a:avLst/>
          </a:prstGeom>
        </p:spPr>
      </p:pic>
      <p:sp>
        <p:nvSpPr>
          <p:cNvPr id="67" name="Text Placeholder 27">
            <a:extLst>
              <a:ext uri="{FF2B5EF4-FFF2-40B4-BE49-F238E27FC236}">
                <a16:creationId xmlns:a16="http://schemas.microsoft.com/office/drawing/2014/main" id="{AB89B70E-DDF2-41D3-9411-6AA78204B1DA}"/>
              </a:ext>
            </a:extLst>
          </p:cNvPr>
          <p:cNvSpPr txBox="1">
            <a:spLocks/>
          </p:cNvSpPr>
          <p:nvPr/>
        </p:nvSpPr>
        <p:spPr>
          <a:xfrm>
            <a:off x="9165643" y="2098914"/>
            <a:ext cx="1437297" cy="81116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Name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388F804-0525-4F8E-A5CE-A9E521C1E260}"/>
              </a:ext>
            </a:extLst>
          </p:cNvPr>
          <p:cNvCxnSpPr/>
          <p:nvPr/>
        </p:nvCxnSpPr>
        <p:spPr>
          <a:xfrm>
            <a:off x="9151259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2">
            <a:extLst>
              <a:ext uri="{FF2B5EF4-FFF2-40B4-BE49-F238E27FC236}">
                <a16:creationId xmlns:a16="http://schemas.microsoft.com/office/drawing/2014/main" id="{A29DB088-2EF4-4C53-A6E2-75C9C7F34CAC}"/>
              </a:ext>
            </a:extLst>
          </p:cNvPr>
          <p:cNvGraphicFramePr>
            <a:graphicFrameLocks noGrp="1"/>
          </p:cNvGraphicFramePr>
          <p:nvPr/>
        </p:nvGraphicFramePr>
        <p:xfrm>
          <a:off x="461913" y="1173024"/>
          <a:ext cx="11617737" cy="37845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4382355">
                  <a:extLst>
                    <a:ext uri="{9D8B030D-6E8A-4147-A177-3AD203B41FA5}">
                      <a16:colId xmlns:a16="http://schemas.microsoft.com/office/drawing/2014/main" val="129918070"/>
                    </a:ext>
                  </a:extLst>
                </a:gridCol>
                <a:gridCol w="7235382">
                  <a:extLst>
                    <a:ext uri="{9D8B030D-6E8A-4147-A177-3AD203B41FA5}">
                      <a16:colId xmlns:a16="http://schemas.microsoft.com/office/drawing/2014/main" val="1188269312"/>
                    </a:ext>
                  </a:extLst>
                </a:gridCol>
              </a:tblGrid>
              <a:tr h="37845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A100FF"/>
                          </a:solidFill>
                        </a:rPr>
                        <a:t>TEAM NAME: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dirty="0">
                        <a:solidFill>
                          <a:srgbClr val="A100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51245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2218D32-4F17-4A5E-9BE4-29837BF54E70}"/>
              </a:ext>
            </a:extLst>
          </p:cNvPr>
          <p:cNvSpPr txBox="1"/>
          <p:nvPr/>
        </p:nvSpPr>
        <p:spPr>
          <a:xfrm>
            <a:off x="2623232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9131AF-0078-459E-83A3-73A8BC9A11B8}"/>
              </a:ext>
            </a:extLst>
          </p:cNvPr>
          <p:cNvSpPr txBox="1"/>
          <p:nvPr/>
        </p:nvSpPr>
        <p:spPr>
          <a:xfrm>
            <a:off x="2637616" y="5236045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AF310E-EC91-4906-9FCC-95C833C3D011}"/>
              </a:ext>
            </a:extLst>
          </p:cNvPr>
          <p:cNvSpPr txBox="1"/>
          <p:nvPr/>
        </p:nvSpPr>
        <p:spPr>
          <a:xfrm>
            <a:off x="9122721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</a:t>
            </a:r>
          </a:p>
        </p:txBody>
      </p:sp>
      <p:pic>
        <p:nvPicPr>
          <p:cNvPr id="2" name="Picture Placeholder 75">
            <a:extLst>
              <a:ext uri="{FF2B5EF4-FFF2-40B4-BE49-F238E27FC236}">
                <a16:creationId xmlns:a16="http://schemas.microsoft.com/office/drawing/2014/main" id="{5EAA4F6C-4EAD-B06C-205E-12296866797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76635" y="4361533"/>
            <a:ext cx="1434219" cy="147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71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Round 1 proposed the idea. Round 2 tests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What changed, and what we had to prove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18585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540"/>
                <a:gridCol w="2964925"/>
                <a:gridCol w="6199389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Round 1 — concept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Round 2 — this submission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Shadow-sensing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asserted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two implemented mechanisms: flow physics + defect genealogy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Hidden state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"a live health signal"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cycle time of an unmeasured station, graded against ground truth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Prediction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"predicts, not visualises"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forward flow arithmetic: vehicles lost, minutes to starvation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Differentiation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claimed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 baselines at a matched false-alarm rate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Partial sensors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claimed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coverage sweep, 100% → 25% instrumentation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Human in the loop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in the diagram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hash-chained ledger, abstention when ambiguous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110 held-out episodes, 45 passing tests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Round 1 argued the idea was worth testing. This is the test — including the parts we failed.</a:t>
            </a:r>
          </a:p>
        </p:txBody>
      </p:sp>
    </p:spTree>
    <p:extLst>
      <p:ext uri="{BB962C8B-B14F-4D97-AF65-F5344CB8AC3E}">
        <p14:creationId xmlns:p14="http://schemas.microsoft.com/office/powerpoint/2010/main" val="969716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The mechanism: the line measures its own blind spots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Conservation of material, not a learned correlation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A1A1A"/>
                </a:solidFill>
                <a:latin typeface="Arial"/>
              </a:rPr>
              <a:t>When a station slows, material stops arriving downstream and stops leaving upstream. Every station downstream STARVES. Every station upstream BLOCKS. The boundary between them sits exactly at the station causing it — so we never need a sensor AT that station, only sensors on both sides of it.</a:t>
            </a:r>
          </a:p>
        </p:txBody>
      </p:sp>
      <p:pic>
        <p:nvPicPr>
          <p:cNvPr id="7" name="Picture 6" descr="pressure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103120"/>
            <a:ext cx="9246769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A correlation model sees S07 blocking and S09 starving and cannot say which caused which. The flow model knows the direction of causation a priori — material moves one way.</a:t>
            </a:r>
          </a:p>
        </p:txBody>
      </p:sp>
    </p:spTree>
    <p:extLst>
      <p:ext uri="{BB962C8B-B14F-4D97-AF65-F5344CB8AC3E}">
        <p14:creationId xmlns:p14="http://schemas.microsoft.com/office/powerpoint/2010/main" val="2205980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This part is not our idea — and we say 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mechanism is the Turning Point Method, Li, Chang &amp; Ni (2009)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>The blockage/starvation boundary is one of the best-established bottleneck-detection methods in manufacturing science. We implement it as a baseline rather than quietly reinventing it. Our contribution is what happens when the boundary falls in a gap with no sensors.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22219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78%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7066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Turning Point Method — detects the disturbance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402" y="21031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4418" y="22219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4418" y="27066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…but names the right station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884" y="21031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7900" y="22219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69%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7900" y="27066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names the right station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Arial"/>
              </a:rPr>
              <a:t>It is not that the published method is bad. It detects as reliably as we do — better, at 50% coverage. It simply cannot name a station it cannot measure.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3977639"/>
          <a:ext cx="1118585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1679"/>
                <a:gridCol w="4238850"/>
                <a:gridCol w="494532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Published Turning Point / Active Period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RippleTwin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Output space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instrumented stations only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every station, instrumented or not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Decision rule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deterministic scan for a sign change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posterior over candidate positions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Distance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station adjacency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buffer capacity — a 14-slot buffer decouples far more than one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Unidentifiable cases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always returns a station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abstains, and flags it for a sensor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Hidden station state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estimates its cycle time (~3% median error)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Baseline implemented in the strengthened deviation-scored form — more favourable to it than the published version — and calibrated to the same false-alarm rate. Full citations in docs/REFERENCES.md.</a:t>
            </a:r>
          </a:p>
        </p:txBody>
      </p:sp>
    </p:spTree>
    <p:extLst>
      <p:ext uri="{BB962C8B-B14F-4D97-AF65-F5344CB8AC3E}">
        <p14:creationId xmlns:p14="http://schemas.microsoft.com/office/powerpoint/2010/main" val="3845603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DCA-E252-45B6-8790-F0CA74EA4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5190523" cy="984885"/>
          </a:xfrm>
        </p:spPr>
        <p:txBody>
          <a:bodyPr/>
          <a:lstStyle/>
          <a:p>
            <a:r>
              <a:rPr lang="en-US">
                <a:latin typeface="+mj-lt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583931614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How RippleTwin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Every box has an implementation behind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OBSERVED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telemetry from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instrumented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stations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0549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88565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88565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88565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0005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mix- and shift-aware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expectations, in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fraction of takt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6194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4210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4210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210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INFERRED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5650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posterior over ALL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stations, including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un-sensored 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1839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9855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59855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9855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PREDICTED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1295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ripple forecast from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flow arithmetic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17484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5500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5500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5500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EXPLAINED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6940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evidence tagged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OBS / INF / PRED,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no LLM in the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3129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1145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31145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31145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HUMAN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22585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approve / reject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or ABSTAIN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310128"/>
            <a:ext cx="11185855" cy="38404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338328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 → hash-chained ledger → per-station precision feeds back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" y="3886200"/>
          <a:ext cx="1118585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5741"/>
                <a:gridCol w="3857191"/>
                <a:gridCol w="5142921"/>
              </a:tblGrid>
              <a:tr h="40233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Method chosen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Why not something heavier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Hidden-state estimation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non-negative least squares + Gaussian likelihood over candidate positions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 GNN would learn the propagation we can derive — deriving it is stronger and inspectable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Calibration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empirical null + correlation correction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stations are ~0.4 correlated; assuming independence inflates evidence ~14x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Ripple forecast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serial-line flow arithmetic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an engineer can check it on paper, and it cannot drift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Explanation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templates bound to computed values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an LLM narrator can drift from the evidence; here it structurally cannot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Rule we held to: when a simpler method is equally effective, use the simpler method.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How we made the comparison fair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design decisions that make the next slide mean something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45720" cy="1417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MATCHED FALSE-ALARM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Every method is calibrated on the same held-out nominal data to the same 1% per-window false-alarm target, then run through an identical detection rule. Without this, a permissive threshold just looks more sensitive.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5575" y="123444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5575" y="1234440"/>
            <a:ext cx="45720" cy="1417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8455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ONE PHYSICS RUN, MANY SENSOR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455" y="170992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Coverage levels are views over a single simulation, so differences between them are differences in observability — not different random draws.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8892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45720" cy="141732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63A3A"/>
                </a:solidFill>
                <a:latin typeface="Arial"/>
              </a:rPr>
              <a:t>B2 IS THE SHARP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6440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B2 is RippleTwin's own model with un-sensored stations removed as candidates. Same physics, same likelihood, same tuning. The only difference is whether a blind station may be named — which isolates shadow-sensing itself.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5575" y="278892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5575" y="2788920"/>
            <a:ext cx="45720" cy="141732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8455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DISJOINT DATA THROUGHOUT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26440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Baseline fitting, detector calibration and evaluation use separate runs. Tuning and test episodes are split by seed; anything chosen by looking at data was chosen on the tuning half.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2920" y="4389120"/>
          <a:ext cx="11185854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878"/>
                <a:gridCol w="8510976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What it represents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B0 — SPC per station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the control chart most plants already run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B1 — Isolation Forest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modern anomaly detection, given the same features, topology-blind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B2 — observed-only twin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a conventional digital twin: models what it measures, silent about the rest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Simulated prototype evaluation on synthetic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When the faulty station has no sensor, only RippleTwin names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Held-out episodes · flow faults · source station un-instrumented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69%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— exact station, at 75%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0531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Turning Point Method (Li et al. 2009)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6159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6159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Conventional observed-only twin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1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71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SPC on sensors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395728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Arial"/>
              </a:rPr>
              <a:t>The baselines do not merely score badly. They score exactly zero — naming an unmeasured station is outside what they can express.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02920" y="2880360"/>
          <a:ext cx="5577838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9640"/>
                <a:gridCol w="929640"/>
                <a:gridCol w="1098665"/>
                <a:gridCol w="1098665"/>
                <a:gridCol w="845127"/>
                <a:gridCol w="676101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Coverage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RippleTwin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B3 Turning Point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B2 obs-only 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B1 anomaly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B0 SPC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0" name="Picture 19" descr="coverage_curve_t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43200"/>
            <a:ext cx="5669280" cy="33383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Exact-station localisation while the fault is active, at a matched 1% per-window false-alarm rate. Simulated prototype result on synthetic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The control that convinced us the mechanism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At 100% coverage the advantage disappears — exactly as it should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075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93%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922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at 100% sensor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6402" y="11887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4418" y="13075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4C9BE8"/>
                </a:solidFill>
                <a:latin typeface="Arial"/>
              </a:rPr>
              <a:t>93%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4418" y="17922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Observed-only twin, same conditions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1887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7900" y="13075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identical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7900" y="17922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to three decimal places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68880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>With every station instrumented there is nothing hidden to infer, so shadow-sensing has nothing to add — and it adds nothing. The advantage appears exactly and only where instrumentation is missing.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>That is what should happen if the mechanism is real rather than an artefact of better tuning. A method that also won here would be telling us its gains came from somewhere else.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94760"/>
            <a:ext cx="11185855" cy="123444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107286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A100FF"/>
                </a:solidFill>
                <a:latin typeface="Arial"/>
              </a:rPr>
              <a:t>AND THE SHARPEST FALSIFIABLE 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79392"/>
            <a:ext cx="107286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Arial"/>
              </a:rPr>
              <a:t>RippleTwin estimates the cycle time of a station that has no sensor — a number that is unmeasurable in the data it receives — to a median error of 3.3% at 75% coverage (n=18). The simulator knows the true value, so the estimate is graded, not asserted.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Simulated prototype results on synthetic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A detector that never stays quiet is worthless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False alarms, abstention, and the cases where we correctly say nothing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1.4%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false-alarm rate per window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0531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alerts on the normal-variation scenario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6159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LINE_SUPPLY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6159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 material delay is attributed to supply, not a station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1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2B705"/>
                </a:solidFill>
                <a:latin typeface="Arial"/>
              </a:rPr>
              <a:t>ABSTAIN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71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when adjacent candidates cannot be separated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51460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514600"/>
            <a:ext cx="45720" cy="137160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4261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THRESHOLD IS A DESIGN PARAMETER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99008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Set from a stated false-alarm target on held-out nominal data, not hand-picked. The brief warns that false alarms erode floor trust quickly — and that trust does not survive being lost twice.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5575" y="251460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05575" y="2514600"/>
            <a:ext cx="45720" cy="13716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8455" y="264261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2B705"/>
                </a:solidFill>
                <a:latin typeface="Arial"/>
              </a:rPr>
              <a:t>IT DECLINES TO GUESS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9008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When posterior mass is spread across adjacent blind stations, RippleTwin reports the group and escalates rather than naming one. Those stations become sensor-placement candidates.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06908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24528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Two of our own designs were killed by these tests: a symmetric pressure channel that mis-located faults by one station, and a robust z-score on starvation time that produced a 58% false-alarm rate. Both are documented in the repository rather than buried.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Simulated prototype evaluation on synthetic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Three users, one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Same inferred state, different horizon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82314" cy="26517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3582314" cy="384048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07592"/>
            <a:ext cx="35823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FLOOR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3307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66666"/>
                </a:solidFill>
                <a:latin typeface="Arial"/>
              </a:rPr>
              <a:t>Right now, this station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8"/>
            <a:ext cx="33079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which station, and how sure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why — evidence tagged OBS/INF/PRED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what happens next, in vehicles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one recommended action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approve or reject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4690" y="1234440"/>
            <a:ext cx="3582314" cy="26517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4690" y="1234440"/>
            <a:ext cx="3582314" cy="384048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1307592"/>
            <a:ext cx="35823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PLANT 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1850" y="1719072"/>
            <a:ext cx="3307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66666"/>
                </a:solidFill>
                <a:latin typeface="Arial"/>
              </a:rPr>
              <a:t>This week, this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029968"/>
            <a:ext cx="33079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where suspicion accumulates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throughput and escape rate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coverage by zone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defects by discovery gate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the decision ledger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6460" y="1234440"/>
            <a:ext cx="3582314" cy="26517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6460" y="1234440"/>
            <a:ext cx="3582314" cy="384048"/>
          </a:xfrm>
          <a:prstGeom prst="roundRect">
            <a:avLst>
              <a:gd name="adj" fmla="val 6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3620" y="1307592"/>
            <a:ext cx="35823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3620" y="1719072"/>
            <a:ext cx="3307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66666"/>
                </a:solidFill>
                <a:latin typeface="Arial"/>
              </a:rPr>
              <a:t>The rollout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3620" y="2029968"/>
            <a:ext cx="33079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value drivers and payback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sensor economics vs retrofit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where instrumentation is worth buying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phased rollout and risks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69080"/>
            <a:ext cx="11185855" cy="86868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Arial"/>
              </a:rPr>
              <a:t>Throughout, every value carries its provenance: OBSERVED (a sensor read it), INFERRED (we estimated it for a station with none), PREDICTED (it has not happened yet). A supervisor who cannot tell a measurement from an estimate will eventually trust the wrong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Business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Illustrative assumptions, transparent arithmetic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$2,200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assumed contribution margin / vehicle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0531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60/yr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assumed hidden-station disturbances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6159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55%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6159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assumed recovery factor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1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~1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71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resulting payback (illustrative)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02920" y="2423160"/>
          <a:ext cx="11185854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116"/>
                <a:gridCol w="6254456"/>
                <a:gridCol w="2285282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Value driver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Evidence class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Directed maintenance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names WHICH station, not "somewhere in body shop"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RESULT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Fewer defect escapes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attributes a defect-type excess to a source before the next gate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RESULT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Recovered throughput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constraint found before the shortfall compounds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+ ASSUMPTION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Lower instrumentation need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blind stations become inferable rather than dark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RESULT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502920" y="420624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43400"/>
            <a:ext cx="10728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Where this is weakest, stated plainly: the model is dominated by margin per recovered vehicle. On a line that is NOT capacity-constrained, a recovered vehicle is worth almost nothing and the throughput driver collapses — so we would qualify the line before selling that value.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No figure on this slide is measured from a real plant. All inputs are editable in the dashboard.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Sensor economics: cost is not the binding constraint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calendar is — retrofits wait for a maintenance window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5853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1707"/>
                <a:gridCol w="4377073"/>
                <a:gridCol w="4377073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Retrofit every blind station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RippleTwin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Capital (10 stations)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~$180,000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~$150,000 year 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When it can be installed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scheduled maintenance windows only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against data already recorded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Scope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those 10 stations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every station on the line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Failure mode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sensor dies, station goes dark again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inference degrades, and reports that it has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337560"/>
            <a:ext cx="11185855" cy="9601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Arial"/>
              </a:rPr>
              <a:t>We do NOT claim zero sensors. Shadow-sensing needs instrumented stations on both sides of a blind one — that is the mechanism. The claim is narrower and testable: the sensors already installed carry more information about their neighbours than a conventional twin extracts.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80560"/>
            <a:ext cx="11185855" cy="868680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The coverage experiment is itself a sensor-placement tool: it shows which blind stations inference already covers, and which genuinely need instrumenting — so the retrofit budget goes where it actually buys something.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We do not compete with the sensor budget — we direct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Which blind station to instrument next, computed with no production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>A blind station is locatable only if its signature is distinguishable, from the stations we can see, from its neighbours'. Two blind stations side by side are not — and that is knowable from the sensor layout alone, before any data exists.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011680"/>
          <a:ext cx="11185853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984"/>
                <a:gridCol w="1427981"/>
                <a:gridCol w="1427981"/>
                <a:gridCol w="2379969"/>
                <a:gridCol w="4759938"/>
              </a:tblGrid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Priority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Zone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Currently confusable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Also helps resolve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S37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FINAL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S38, S33, S35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S32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FINAL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S33, S37, S35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S38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FINAL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S37, S35, S33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S33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FINAL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S32, S37, S35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FINAL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S33, S37, S32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420624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10728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This reframes the whole objection. "Why not just add sensors?" — you should, and this says which ones. RippleTwin sits inside the capital planning cycle, not just the operations budget.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Validated directionally against measured localisation error (r = 0.37 across 24 source stations, few episodes each). Simulated prototype result on synthetic data.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Phased rollout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Deliberately slow at the start, because trust is spent 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2–4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Data readiness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PLC timestamps, gate results and build sequence are recoverable and joinable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5694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65694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5694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5422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8–12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5422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5422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Alerts logged, nobody acts. Precision per station measured on the ledger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8468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8468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8468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8196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12 weeks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196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Live advisory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196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Supervisors see and act. Adoption and precision on real outcomes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1242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91242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1242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70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2 quarters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0970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Plant rollout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0970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Remaining lines; per-line configuration under one week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54016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54016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54016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744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12 months+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3744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Multi-plant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3744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Other sites and equipment vintages; baseline transfer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749039"/>
            <a:ext cx="11185855" cy="7772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3877056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Integration is read-only throughout. RippleTwin writes to no control system — the brief notes that modifying live PLCs carries real operational risk, so the prototype does not, and neither should a pilot.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Risks and limitations, stated before you find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honest version is the one worth reviewing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5853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6665"/>
                <a:gridCol w="1141413"/>
                <a:gridCol w="6277775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Risk / limitation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Severity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real-world validation — everything is synthetic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shadow-mode pilot before any operational claim; validate the flow signature on one real line's PLC logs first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Value depends on the line being capacity-constrained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qualify during Phase 0; do not sell throughput value to an unconstrained plant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Serial-line assumption in the propagation model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the likelihood generalises; the pattern matrix must be rebuilt from the real process graph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Adjacent blind stations are not separable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report the group and abstain; flag as sensor-placement candidates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Alert fatigue kills adoption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threshold from a stated false-alarm target; abstention when ambiguous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An incumbent platform copies the algorithm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the algorithm is not the moat — the outcome ledger and sensor-placement position are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Full limitations section in the repository README.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Why this is difficult to dismiss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9903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The mechanism is derived, not learned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737360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Conservation of material through a serial line. A judge can check the derivation, and the tests assert it against ground truth.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304288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42316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The advantage is isolated, not asserted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761488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B2 is the same model minus hidden candidates. At 100% coverage the two are identical — the gain appears only where instrumentation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328416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344728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The claim is falsifiable, and we did the falsifying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3785616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Two of our designs were killed by our own measurements and are documented. The metric that would have flattered us most, we report as under-powered.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52544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352544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47141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It is honest about what it does not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809744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Provenance on every number, abstention when ambiguous, and a limitations section we wrote before anyone asked for 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57784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100FF"/>
                </a:solidFill>
                <a:latin typeface="Arial"/>
              </a:rPr>
              <a:t>RippleTwin — see the bottleneck before it arrives, even at the stations you can't instrument.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ure 2025">
  <a:themeElements>
    <a:clrScheme name="Custom 20">
      <a:dk1>
        <a:srgbClr val="000000"/>
      </a:dk1>
      <a:lt1>
        <a:srgbClr val="FFFFFF"/>
      </a:lt1>
      <a:dk2>
        <a:srgbClr val="450073"/>
      </a:dk2>
      <a:lt2>
        <a:srgbClr val="A000FF"/>
      </a:lt2>
      <a:accent1>
        <a:srgbClr val="7400C0"/>
      </a:accent1>
      <a:accent2>
        <a:srgbClr val="C1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000FF"/>
      </a:hlink>
      <a:folHlink>
        <a:srgbClr val="74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Graphik_v19_AccessibilityFixes.pptx" id="{6C590743-EE6F-704D-9B30-76795EFC297C}" vid="{E566E052-0B33-5E4D-99EA-EFC16BC751F1}"/>
    </a:ext>
  </a:extLst>
</a:theme>
</file>

<file path=ppt/theme/theme2.xml><?xml version="1.0" encoding="utf-8"?>
<a:theme xmlns:a="http://schemas.openxmlformats.org/drawingml/2006/main" name="1_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3.xml><?xml version="1.0" encoding="utf-8"?>
<a:theme xmlns:a="http://schemas.openxmlformats.org/drawingml/2006/main" name="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4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5.xml><?xml version="1.0" encoding="utf-8"?>
<a:theme xmlns:a="http://schemas.openxmlformats.org/drawingml/2006/main" name="1_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Graphik_v22_Accessibility" id="{B24F0E14-DE31-5248-A702-F861AB2F5F31}" vid="{E2D4869B-0EAF-0144-9FC0-81C17233BA3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118</Words>
  <Application>Microsoft Office PowerPoint</Application>
  <PresentationFormat>Widescreen</PresentationFormat>
  <Paragraphs>29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7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Graphik</vt:lpstr>
      <vt:lpstr>Graphik Black</vt:lpstr>
      <vt:lpstr>Graphik Extralight</vt:lpstr>
      <vt:lpstr>Graphik Medium</vt:lpstr>
      <vt:lpstr>Graphik Regular</vt:lpstr>
      <vt:lpstr>Graphik Semibold</vt:lpstr>
      <vt:lpstr>Graphik-Semibold</vt:lpstr>
      <vt:lpstr>GT Sectra Fine Rg</vt:lpstr>
      <vt:lpstr>System Font</vt:lpstr>
      <vt:lpstr>Accenture 2025</vt:lpstr>
      <vt:lpstr>1_Titles</vt:lpstr>
      <vt:lpstr>Titles</vt:lpstr>
      <vt:lpstr>1_Office Theme</vt:lpstr>
      <vt:lpstr>1_Accenture 2025</vt:lpstr>
      <vt:lpstr>PowerPoint Presentation</vt:lpstr>
      <vt:lpstr>Instructions Reference slide– Remove before submission</vt:lpstr>
      <vt:lpstr>Team details</vt:lpstr>
      <vt:lpstr>Describe the problem statement (200 words)</vt:lpstr>
      <vt:lpstr>Proposed solution (200 words)</vt:lpstr>
      <vt:lpstr>Video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Tolentino, Ma. Antonette</dc:creator>
  <cp:lastModifiedBy>Gupta, Sumit</cp:lastModifiedBy>
  <cp:revision>3</cp:revision>
  <dcterms:created xsi:type="dcterms:W3CDTF">2026-07-24T04:09:52Z</dcterms:created>
  <dcterms:modified xsi:type="dcterms:W3CDTF">2026-08-12T11:52:50Z</dcterms:modified>
</cp:coreProperties>
</file>