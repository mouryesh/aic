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26.svg" ContentType="image/svg+xml"/>
  <Override PartName="/ppt/media/image2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94" r:id="rId3"/>
    <p:sldMasterId id="2147483699" r:id="rId4"/>
    <p:sldMasterId id="2147483713" r:id="rId5"/>
  </p:sldMasterIdLst>
  <p:notesMasterIdLst>
    <p:notesMasterId r:id="rId13"/>
  </p:notesMasterIdLst>
  <p:sldIdLst>
    <p:sldId id="820" r:id="rId6"/>
    <p:sldId id="2857" r:id="rId8"/>
    <p:sldId id="2870" r:id="rId7"/>
    <p:sldId id="1906872563" r:id="rId9"/>
    <p:sldId id="1906872569" r:id="rId10"/>
    <p:sldId id="1906872570" r:id="rId11"/>
    <p:sldId id="1906872571" r:id="rId20"/>
    <p:sldId id="1906872572" r:id="rId21"/>
    <p:sldId id="1906872573" r:id="rId22"/>
    <p:sldId id="1906872574" r:id="rId23"/>
    <p:sldId id="1906872575" r:id="rId24"/>
    <p:sldId id="1906872576" r:id="rId25"/>
    <p:sldId id="1906872577" r:id="rId26"/>
    <p:sldId id="1906872578" r:id="rId27"/>
    <p:sldId id="1906872579" r:id="rId28"/>
    <p:sldId id="1906872580" r:id="rId29"/>
    <p:sldId id="1906872581" r:id="rId30"/>
    <p:sldId id="1906872582" r:id="rId31"/>
    <p:sldId id="1906872583" r:id="rId32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5E361-6728-4564-925F-CDEB010D9221}" v="1" dt="2026-08-12T11:52:41.6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6/11/relationships/changesInfo" Target="changesInfos/changesInfo1.xml"/><Relationship Id="rId19" Type="http://schemas.microsoft.com/office/2015/10/relationships/revisionInfo" Target="revisionInfo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Sumit" userId="1897bf9b-0dd3-4194-b659-65bd26db6033" providerId="ADAL" clId="{5772E9CC-A2D7-4A18-9F3D-98CD1ADE6210}"/>
    <pc:docChg chg="undo custSel addSld delSld modSld modMainMaster">
      <pc:chgData name="Gupta, Sumit" userId="1897bf9b-0dd3-4194-b659-65bd26db6033" providerId="ADAL" clId="{5772E9CC-A2D7-4A18-9F3D-98CD1ADE6210}" dt="2026-08-12T11:52:43.731" v="19" actId="47"/>
      <pc:docMkLst>
        <pc:docMk/>
      </pc:docMkLst>
      <pc:sldChg chg="add">
        <pc:chgData name="Gupta, Sumit" userId="1897bf9b-0dd3-4194-b659-65bd26db6033" providerId="ADAL" clId="{5772E9CC-A2D7-4A18-9F3D-98CD1ADE6210}" dt="2026-08-12T11:52:41.597" v="18"/>
        <pc:sldMkLst>
          <pc:docMk/>
          <pc:sldMk cId="4229161518" sldId="820"/>
        </pc:sldMkLst>
      </pc:sldChg>
      <pc:sldChg chg="del">
        <pc:chgData name="Gupta, Sumit" userId="1897bf9b-0dd3-4194-b659-65bd26db6033" providerId="ADAL" clId="{5772E9CC-A2D7-4A18-9F3D-98CD1ADE6210}" dt="2026-08-12T11:52:43.731" v="19" actId="47"/>
        <pc:sldMkLst>
          <pc:docMk/>
          <pc:sldMk cId="1508494297" sldId="945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959471642" sldId="2857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280955698" sldId="2870"/>
        </pc:sldMkLst>
      </pc:sldChg>
      <pc:sldChg chg="add">
        <pc:chgData name="Gupta, Sumit" userId="1897bf9b-0dd3-4194-b659-65bd26db6033" providerId="ADAL" clId="{5772E9CC-A2D7-4A18-9F3D-98CD1ADE6210}" dt="2026-07-24T04:48:05.146" v="0"/>
        <pc:sldMkLst>
          <pc:docMk/>
          <pc:sldMk cId="969716135" sldId="1906872563"/>
        </pc:sldMkLst>
      </pc:sldChg>
      <pc:sldChg chg="delSp modSp add mod">
        <pc:chgData name="Gupta, Sumit" userId="1897bf9b-0dd3-4194-b659-65bd26db6033" providerId="ADAL" clId="{5772E9CC-A2D7-4A18-9F3D-98CD1ADE6210}" dt="2026-07-24T04:48:25.970" v="2" actId="20577"/>
        <pc:sldMkLst>
          <pc:docMk/>
          <pc:sldMk cId="2205980423" sldId="1906872569"/>
        </pc:sldMkLst>
        <pc:spChg chg="mod">
          <ac:chgData name="Gupta, Sumit" userId="1897bf9b-0dd3-4194-b659-65bd26db6033" providerId="ADAL" clId="{5772E9CC-A2D7-4A18-9F3D-98CD1ADE6210}" dt="2026-07-24T04:48:25.970" v="2" actId="20577"/>
          <ac:spMkLst>
            <pc:docMk/>
            <pc:sldMk cId="2205980423" sldId="1906872569"/>
            <ac:spMk id="4" creationId="{00000000-0000-0000-0000-000000000000}"/>
          </ac:spMkLst>
        </pc:spChg>
      </pc:sldChg>
      <pc:sldChg chg="modSp add mod">
        <pc:chgData name="Gupta, Sumit" userId="1897bf9b-0dd3-4194-b659-65bd26db6033" providerId="ADAL" clId="{5772E9CC-A2D7-4A18-9F3D-98CD1ADE6210}" dt="2026-07-24T04:48:43.369" v="7" actId="20577"/>
        <pc:sldMkLst>
          <pc:docMk/>
          <pc:sldMk cId="3845603560" sldId="1906872570"/>
        </pc:sldMkLst>
        <pc:spChg chg="mod">
          <ac:chgData name="Gupta, Sumit" userId="1897bf9b-0dd3-4194-b659-65bd26db6033" providerId="ADAL" clId="{5772E9CC-A2D7-4A18-9F3D-98CD1ADE6210}" dt="2026-07-24T04:48:43.369" v="7" actId="20577"/>
          <ac:spMkLst>
            <pc:docMk/>
            <pc:sldMk cId="3845603560" sldId="1906872570"/>
            <ac:spMk id="4" creationId="{00000000-0000-0000-0000-000000000000}"/>
          </ac:spMkLst>
        </pc:spChg>
      </pc:sldChg>
      <pc:sldMasterChg chg="delSldLayout modSldLayout">
        <pc:chgData name="Gupta, Sumit" userId="1897bf9b-0dd3-4194-b659-65bd26db6033" providerId="ADAL" clId="{5772E9CC-A2D7-4A18-9F3D-98CD1ADE6210}" dt="2026-07-24T04:49:43.724" v="17"/>
        <pc:sldMasterMkLst>
          <pc:docMk/>
          <pc:sldMasterMk cId="3154538439" sldId="2147483660"/>
        </pc:sldMasterMkLst>
        <pc:sldLayoutChg chg="modSp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2368417819" sldId="2147483662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2368417819" sldId="2147483662"/>
              <ac:spMk id="3" creationId="{1BFF566D-EEFC-0454-54B0-66CBAB8DA700}"/>
            </ac:spMkLst>
          </pc:spChg>
        </pc:sldLayoutChg>
        <pc:sldLayoutChg chg="addSp delSp modSp mod">
          <pc:chgData name="Gupta, Sumit" userId="1897bf9b-0dd3-4194-b659-65bd26db6033" providerId="ADAL" clId="{5772E9CC-A2D7-4A18-9F3D-98CD1ADE6210}" dt="2026-07-24T04:49:43.724" v="17"/>
          <pc:sldLayoutMkLst>
            <pc:docMk/>
            <pc:sldMasterMk cId="3154538439" sldId="2147483660"/>
            <pc:sldLayoutMk cId="726607555" sldId="2147483673"/>
          </pc:sldLayoutMkLst>
          <pc:spChg chg="mod">
            <ac:chgData name="Gupta, Sumit" userId="1897bf9b-0dd3-4194-b659-65bd26db6033" providerId="ADAL" clId="{5772E9CC-A2D7-4A18-9F3D-98CD1ADE6210}" dt="2026-07-24T04:49:43.724" v="17"/>
            <ac:spMkLst>
              <pc:docMk/>
              <pc:sldMasterMk cId="3154538439" sldId="2147483660"/>
              <pc:sldLayoutMk cId="726607555" sldId="2147483673"/>
              <ac:spMk id="2" creationId="{8F090878-FDCB-E32E-7E4D-4A1D113FA508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404694-B363-4D2F-9288-55810FEE4433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F16013-F085-4538-9539-111F70D15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5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81651-9904-804F-8355-78350773C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pPr marL="0" marR="0" lvl="0" indent="0" algn="r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raphik" panose="020B0503030202060203" pitchFamily="34" charset="77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2634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1.jpe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2.png"/><Relationship Id="rId3" Type="http://schemas.openxmlformats.org/officeDocument/2006/relationships/image" Target="../media/image2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5.emf"/><Relationship Id="rId4" Type="http://schemas.openxmlformats.org/officeDocument/2006/relationships/image" Target="../media/image2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4.png"/><Relationship Id="rId3" Type="http://schemas.openxmlformats.org/officeDocument/2006/relationships/image" Target="../media/image2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7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8.png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9.svg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AC43ACC0-AD60-BDF4-2F68-94D9A9F04C6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7605" y="757711"/>
            <a:ext cx="1243822" cy="353083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001" y="3010442"/>
            <a:ext cx="6793920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0622" y="4464059"/>
            <a:ext cx="6793920" cy="109284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92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81528" y="6124064"/>
            <a:ext cx="1832894" cy="196977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731500" rtl="0" eaLnBrk="1" latinLnBrk="0" hangingPunct="1">
              <a:spcAft>
                <a:spcPts val="0"/>
              </a:spcAft>
              <a:buNone/>
              <a:defRPr lang="en-US" sz="128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731500" rtl="0" eaLnBrk="1" latinLnBrk="0" hangingPunct="1">
              <a:spcAft>
                <a:spcPts val="0"/>
              </a:spcAft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3980020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7" y="3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29" bIns="97529" rtlCol="0" anchor="ctr"/>
          <a:lstStyle/>
          <a:p>
            <a:pPr algn="ctr"/>
            <a:endParaRPr lang="en-US" sz="1919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7455" y="572600"/>
            <a:ext cx="6757704" cy="433324"/>
          </a:xfrm>
        </p:spPr>
        <p:txBody>
          <a:bodyPr/>
          <a:lstStyle>
            <a:lvl1pPr>
              <a:defRPr sz="35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9" y="2209172"/>
            <a:ext cx="6757703" cy="734934"/>
          </a:xfrm>
          <a:prstGeom prst="rect">
            <a:avLst/>
          </a:prstGeom>
        </p:spPr>
        <p:txBody>
          <a:bodyPr/>
          <a:lstStyle>
            <a:lvl1pPr>
              <a:defRPr lang="en-US" sz="144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2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9" y="1403018"/>
            <a:ext cx="6757703" cy="465875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920" b="0" i="0">
                <a:solidFill>
                  <a:schemeClr val="bg2"/>
                </a:solidFill>
                <a:latin typeface="+mn-lt"/>
              </a:defRPr>
            </a:lvl1pPr>
            <a:lvl2pPr marL="365752" indent="0">
              <a:buNone/>
              <a:defRPr sz="1600" b="1"/>
            </a:lvl2pPr>
            <a:lvl3pPr marL="731500" indent="0">
              <a:buNone/>
              <a:defRPr sz="1440" b="1"/>
            </a:lvl3pPr>
            <a:lvl4pPr marL="1097249" indent="0">
              <a:buNone/>
              <a:defRPr sz="1280" b="1"/>
            </a:lvl4pPr>
            <a:lvl5pPr marL="1462999" indent="0">
              <a:buNone/>
              <a:defRPr sz="1280" b="1"/>
            </a:lvl5pPr>
            <a:lvl6pPr marL="1828749" indent="0">
              <a:buNone/>
              <a:defRPr sz="1280" b="1"/>
            </a:lvl6pPr>
            <a:lvl7pPr marL="2194498" indent="0">
              <a:buNone/>
              <a:defRPr sz="1280" b="1"/>
            </a:lvl7pPr>
            <a:lvl8pPr marL="2560249" indent="0">
              <a:buNone/>
              <a:defRPr sz="1280" b="1"/>
            </a:lvl8pPr>
            <a:lvl9pPr marL="2925999" indent="0">
              <a:buNone/>
              <a:defRPr sz="128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495177" y="6442170"/>
            <a:ext cx="1934825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r>
              <a:rPr lang="en-US" sz="640" dirty="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081" noProof="0" dirty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714824" y="6442170"/>
            <a:ext cx="96180" cy="98489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1828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96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64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1828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96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8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68417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7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lex 1 -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13879"/>
            <a:ext cx="12203108" cy="685799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5652" y="2335980"/>
            <a:ext cx="4850670" cy="239334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576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656" y="4880705"/>
            <a:ext cx="4850672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1731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mplex 1 - Ligh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108" y="0"/>
            <a:ext cx="6074968" cy="6871878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95567" y="3750135"/>
            <a:ext cx="3872092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95566" y="5092433"/>
            <a:ext cx="3872100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B31-54E2-8C2A-B25C-0569D02C30D8}"/>
              </a:ext>
            </a:extLst>
          </p:cNvPr>
          <p:cNvCxnSpPr>
            <a:cxnSpLocks/>
          </p:cNvCxnSpPr>
          <p:nvPr userDrawn="1"/>
        </p:nvCxnSpPr>
        <p:spPr>
          <a:xfrm flipV="1">
            <a:off x="12030688" y="3"/>
            <a:ext cx="0" cy="6865691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10493837" y="4"/>
            <a:ext cx="1698166" cy="687119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005750" y="5422430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7353097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mplex 1 - Ligh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FC0719-4C3D-0203-D62D-760E4FAE139B}"/>
              </a:ext>
            </a:extLst>
          </p:cNvPr>
          <p:cNvSpPr/>
          <p:nvPr userDrawn="1"/>
        </p:nvSpPr>
        <p:spPr>
          <a:xfrm>
            <a:off x="9927452" y="2976340"/>
            <a:ext cx="2264549" cy="3894855"/>
          </a:xfrm>
          <a:prstGeom prst="rect">
            <a:avLst/>
          </a:prstGeom>
          <a:solidFill>
            <a:srgbClr val="7500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3147" bIns="73147" rtlCol="0" anchor="ctr"/>
          <a:lstStyle/>
          <a:p>
            <a:pPr algn="ctr"/>
            <a:endParaRPr lang="en-CR" sz="1316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976341"/>
            <a:ext cx="6772251" cy="389485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419750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1686" y="3954223"/>
            <a:ext cx="2264549" cy="230571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4" name="Graphic 17">
            <a:extLst>
              <a:ext uri="{FF2B5EF4-FFF2-40B4-BE49-F238E27FC236}">
                <a16:creationId xmlns:a16="http://schemas.microsoft.com/office/drawing/2014/main" id="{004BC2F2-E3DC-5CB3-0900-931F6D847B7E}"/>
              </a:ext>
            </a:extLst>
          </p:cNvPr>
          <p:cNvSpPr/>
          <p:nvPr userDrawn="1"/>
        </p:nvSpPr>
        <p:spPr>
          <a:xfrm>
            <a:off x="10787697" y="4602862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1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2099914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Sim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-1754"/>
            <a:ext cx="6235504" cy="6858000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8358CE2-3010-CD39-B174-C1F97F9202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5506" y="3"/>
            <a:ext cx="4439498" cy="6858000"/>
          </a:xfrm>
          <a:prstGeom prst="rect">
            <a:avLst/>
          </a:prstGeom>
        </p:spPr>
      </p:pic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1156826" y="5684823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07817" y="3733230"/>
            <a:ext cx="3919968" cy="1108252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001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07817" y="5065162"/>
            <a:ext cx="3919968" cy="136699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087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2A9A34-82D5-6262-D129-D306B6F55F8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40031" y="2976069"/>
            <a:ext cx="3298274" cy="388962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75C44C-8B0B-A1AE-ABDF-0F7C1DE844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1543" y="-4090"/>
            <a:ext cx="6782996" cy="298015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976340"/>
            <a:ext cx="6761155" cy="3889353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61156" y="-4090"/>
            <a:ext cx="5430845" cy="2980426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</p:spTree>
    <p:extLst>
      <p:ext uri="{BB962C8B-B14F-4D97-AF65-F5344CB8AC3E}">
        <p14:creationId xmlns:p14="http://schemas.microsoft.com/office/powerpoint/2010/main" val="1431359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mplex 1 - Gradient mode Comple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764AF4-DC76-040F-7F3B-393C800CFFE6}"/>
              </a:ext>
            </a:extLst>
          </p:cNvPr>
          <p:cNvSpPr/>
          <p:nvPr userDrawn="1"/>
        </p:nvSpPr>
        <p:spPr>
          <a:xfrm>
            <a:off x="6730950" y="2976067"/>
            <a:ext cx="3207355" cy="3881932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813D5C-B200-03E1-0309-707A457AA933}"/>
              </a:ext>
            </a:extLst>
          </p:cNvPr>
          <p:cNvSpPr/>
          <p:nvPr userDrawn="1"/>
        </p:nvSpPr>
        <p:spPr>
          <a:xfrm>
            <a:off x="0" y="1"/>
            <a:ext cx="6771453" cy="2974598"/>
          </a:xfrm>
          <a:prstGeom prst="rect">
            <a:avLst/>
          </a:prstGeom>
          <a:solidFill>
            <a:srgbClr val="750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7536" bIns="97536" rtlCol="0" anchor="ctr"/>
          <a:lstStyle/>
          <a:p>
            <a:pPr algn="ctr"/>
            <a:endParaRPr lang="en-US" sz="2339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F2C17B76-F778-2627-DEC1-20CC13A6DB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034" y="2976341"/>
            <a:ext cx="6740122" cy="3875539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Picture Placeholder 34">
            <a:extLst>
              <a:ext uri="{FF2B5EF4-FFF2-40B4-BE49-F238E27FC236}">
                <a16:creationId xmlns:a16="http://schemas.microsoft.com/office/drawing/2014/main" id="{5E4FE031-9091-8938-4EDF-260DFEFB13C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72250" y="6121"/>
            <a:ext cx="5398719" cy="2970214"/>
          </a:xfrm>
          <a:solidFill>
            <a:schemeClr val="tx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6982" y="1073592"/>
            <a:ext cx="5521659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Moment/ Topic </a:t>
            </a:r>
            <a:br>
              <a:rPr lang="en-US"/>
            </a:br>
            <a:r>
              <a:rPr lang="en-US"/>
              <a:t>goes here </a:t>
            </a:r>
          </a:p>
        </p:txBody>
      </p:sp>
      <p:sp>
        <p:nvSpPr>
          <p:cNvPr id="10" name="Graphic 17">
            <a:extLst>
              <a:ext uri="{FF2B5EF4-FFF2-40B4-BE49-F238E27FC236}">
                <a16:creationId xmlns:a16="http://schemas.microsoft.com/office/drawing/2014/main" id="{E3871E5A-E0C3-B128-FC59-BD11547FEA55}"/>
              </a:ext>
            </a:extLst>
          </p:cNvPr>
          <p:cNvSpPr/>
          <p:nvPr userDrawn="1"/>
        </p:nvSpPr>
        <p:spPr>
          <a:xfrm>
            <a:off x="10787697" y="4593205"/>
            <a:ext cx="544056" cy="641808"/>
          </a:xfrm>
          <a:custGeom>
            <a:avLst/>
            <a:gdLst>
              <a:gd name="connsiteX0" fmla="*/ 0 w 679999"/>
              <a:gd name="connsiteY0" fmla="*/ 746251 h 746250"/>
              <a:gd name="connsiteX1" fmla="*/ 680000 w 679999"/>
              <a:gd name="connsiteY1" fmla="*/ 470551 h 746250"/>
              <a:gd name="connsiteX2" fmla="*/ 680000 w 679999"/>
              <a:gd name="connsiteY2" fmla="*/ 275700 h 746250"/>
              <a:gd name="connsiteX3" fmla="*/ 0 w 679999"/>
              <a:gd name="connsiteY3" fmla="*/ 0 h 746250"/>
              <a:gd name="connsiteX4" fmla="*/ 0 w 679999"/>
              <a:gd name="connsiteY4" fmla="*/ 194852 h 746250"/>
              <a:gd name="connsiteX5" fmla="*/ 439703 w 679999"/>
              <a:gd name="connsiteY5" fmla="*/ 373126 h 746250"/>
              <a:gd name="connsiteX6" fmla="*/ 0 w 679999"/>
              <a:gd name="connsiteY6" fmla="*/ 551399 h 7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999" h="746250">
                <a:moveTo>
                  <a:pt x="0" y="746251"/>
                </a:moveTo>
                <a:lnTo>
                  <a:pt x="680000" y="470551"/>
                </a:lnTo>
                <a:lnTo>
                  <a:pt x="680000" y="275700"/>
                </a:lnTo>
                <a:lnTo>
                  <a:pt x="0" y="0"/>
                </a:lnTo>
                <a:lnTo>
                  <a:pt x="0" y="194852"/>
                </a:lnTo>
                <a:lnTo>
                  <a:pt x="439703" y="373126"/>
                </a:lnTo>
                <a:lnTo>
                  <a:pt x="0" y="551399"/>
                </a:lnTo>
                <a:close/>
              </a:path>
            </a:pathLst>
          </a:custGeom>
          <a:solidFill>
            <a:schemeClr val="tx2"/>
          </a:solidFill>
          <a:ln w="2062" cap="flat">
            <a:noFill/>
            <a:prstDash val="solid"/>
            <a:miter/>
          </a:ln>
        </p:spPr>
        <p:txBody>
          <a:bodyPr rtlCol="0" anchor="ctr"/>
          <a:lstStyle/>
          <a:p>
            <a:endParaRPr lang="en-CR" sz="1316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4F08984-5A5F-2074-4481-4456FF81316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1931" y="3954223"/>
            <a:ext cx="2264549" cy="217302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24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365752" indent="0" algn="ctr">
              <a:buNone/>
              <a:defRPr sz="1600"/>
            </a:lvl2pPr>
            <a:lvl3pPr marL="731500" indent="0" algn="ctr">
              <a:buNone/>
              <a:defRPr sz="1440"/>
            </a:lvl3pPr>
            <a:lvl4pPr marL="1097249" indent="0" algn="ctr">
              <a:buNone/>
              <a:defRPr sz="1280"/>
            </a:lvl4pPr>
            <a:lvl5pPr marL="1462999" indent="0" algn="ctr">
              <a:buNone/>
              <a:defRPr sz="1280"/>
            </a:lvl5pPr>
            <a:lvl6pPr marL="1828749" indent="0" algn="ctr">
              <a:buNone/>
              <a:defRPr sz="1280"/>
            </a:lvl6pPr>
            <a:lvl7pPr marL="2194498" indent="0" algn="ctr">
              <a:buNone/>
              <a:defRPr sz="1280"/>
            </a:lvl7pPr>
            <a:lvl8pPr marL="2560249" indent="0" algn="ctr">
              <a:buNone/>
              <a:defRPr sz="1280"/>
            </a:lvl8pPr>
            <a:lvl9pPr marL="2925999" indent="0" algn="ctr">
              <a:buNone/>
              <a:defRPr sz="1280"/>
            </a:lvl9pPr>
          </a:lstStyle>
          <a:p>
            <a:pPr marL="0" lvl="0" indent="0" algn="l" defTabSz="7315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Reinvention message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074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884">
          <p15:clr>
            <a:srgbClr val="C35E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2026 Accenture. All rights reserved.</a:t>
            </a:r>
            <a:endParaRPr lang="en-US" sz="1351" noProof="0" dirty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26607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10716" y="3580468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824549" y="358356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3588203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716" y="1597537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824549" y="1600631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1605272"/>
            <a:ext cx="1572616" cy="69918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#</a:t>
            </a:r>
            <a:endParaRPr lang="en-GB"/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02461" y="230446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824549" y="228869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228685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94206" y="4287392"/>
            <a:ext cx="1580870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816294" y="4271626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4269784"/>
            <a:ext cx="1572616" cy="83314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18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add Title at 18 </a:t>
            </a:r>
            <a:r>
              <a:rPr lang="en-US" err="1"/>
              <a:t>pt</a:t>
            </a:r>
            <a:r>
              <a:rPr lang="en-US"/>
              <a:t> or less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FC8AB6A1-27E9-4726-8EED-1379C2B79DD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0" name="Slide Number Placeholder 9">
            <a:extLst>
              <a:ext uri="{FF2B5EF4-FFF2-40B4-BE49-F238E27FC236}">
                <a16:creationId xmlns:a16="http://schemas.microsoft.com/office/drawing/2014/main" id="{99EB2F96-A524-4376-ABC5-3FEBABEBAA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74109FF-31FD-44DD-9BFD-B595E095CC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9776" y="1597537"/>
            <a:ext cx="4395264" cy="3523001"/>
          </a:xfrm>
          <a:prstGeom prst="rect">
            <a:avLst/>
          </a:prstGeom>
        </p:spPr>
        <p:txBody>
          <a:bodyPr tIns="0" bIns="0" anchor="b">
            <a:normAutofit/>
          </a:bodyPr>
          <a:lstStyle>
            <a:lvl1pPr>
              <a:lnSpc>
                <a:spcPct val="70000"/>
              </a:lnSpc>
              <a:defRPr sz="7200">
                <a:solidFill>
                  <a:schemeClr val="accent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12731847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Option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A67B93-5503-49C7-ADB5-EF3AECD1A8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3" y="377805"/>
            <a:ext cx="11421740" cy="1565295"/>
          </a:xfrm>
        </p:spPr>
        <p:txBody>
          <a:bodyPr tIns="0" bIns="0" anchor="t">
            <a:normAutofit/>
          </a:bodyPr>
          <a:lstStyle>
            <a:lvl1pPr>
              <a:lnSpc>
                <a:spcPct val="80000"/>
              </a:lnSpc>
              <a:defRPr sz="6000" cap="none">
                <a:solidFill>
                  <a:schemeClr val="tx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44">
            <a:extLst>
              <a:ext uri="{FF2B5EF4-FFF2-40B4-BE49-F238E27FC236}">
                <a16:creationId xmlns:a16="http://schemas.microsoft.com/office/drawing/2014/main" id="{62554568-01B3-4431-8A8E-3067ECE43F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97512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06</a:t>
            </a:r>
            <a:endParaRPr lang="en-GB"/>
          </a:p>
        </p:txBody>
      </p:sp>
      <p:sp>
        <p:nvSpPr>
          <p:cNvPr id="71" name="Text Placeholder 44">
            <a:extLst>
              <a:ext uri="{FF2B5EF4-FFF2-40B4-BE49-F238E27FC236}">
                <a16:creationId xmlns:a16="http://schemas.microsoft.com/office/drawing/2014/main" id="{CCA78229-FDF4-4DB6-B436-CBCFEF9314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857730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07</a:t>
            </a:r>
            <a:endParaRPr lang="en-GB"/>
          </a:p>
        </p:txBody>
      </p:sp>
      <p:sp>
        <p:nvSpPr>
          <p:cNvPr id="72" name="Text Placeholder 44">
            <a:extLst>
              <a:ext uri="{FF2B5EF4-FFF2-40B4-BE49-F238E27FC236}">
                <a16:creationId xmlns:a16="http://schemas.microsoft.com/office/drawing/2014/main" id="{FDE571CC-167D-47E3-8000-11E1185523A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317948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08</a:t>
            </a:r>
            <a:endParaRPr lang="en-GB"/>
          </a:p>
        </p:txBody>
      </p:sp>
      <p:sp>
        <p:nvSpPr>
          <p:cNvPr id="73" name="Text Placeholder 44">
            <a:extLst>
              <a:ext uri="{FF2B5EF4-FFF2-40B4-BE49-F238E27FC236}">
                <a16:creationId xmlns:a16="http://schemas.microsoft.com/office/drawing/2014/main" id="{67D8E360-3B8E-42E3-A131-BBB8259C2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778166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09</a:t>
            </a:r>
            <a:endParaRPr lang="en-GB"/>
          </a:p>
        </p:txBody>
      </p:sp>
      <p:sp>
        <p:nvSpPr>
          <p:cNvPr id="74" name="Text Placeholder 44">
            <a:extLst>
              <a:ext uri="{FF2B5EF4-FFF2-40B4-BE49-F238E27FC236}">
                <a16:creationId xmlns:a16="http://schemas.microsoft.com/office/drawing/2014/main" id="{95023161-89C9-4A6B-93C9-5CCEA219CE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238384" y="4346013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10</a:t>
            </a:r>
            <a:endParaRPr lang="en-GB"/>
          </a:p>
        </p:txBody>
      </p:sp>
      <p:sp>
        <p:nvSpPr>
          <p:cNvPr id="75" name="Text Placeholder 44">
            <a:extLst>
              <a:ext uri="{FF2B5EF4-FFF2-40B4-BE49-F238E27FC236}">
                <a16:creationId xmlns:a16="http://schemas.microsoft.com/office/drawing/2014/main" id="{D012A4F1-1A7B-4861-AAD0-9C8C48E69A0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97512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  <a:endParaRPr lang="en-GB"/>
          </a:p>
        </p:txBody>
      </p:sp>
      <p:sp>
        <p:nvSpPr>
          <p:cNvPr id="76" name="Text Placeholder 44">
            <a:extLst>
              <a:ext uri="{FF2B5EF4-FFF2-40B4-BE49-F238E27FC236}">
                <a16:creationId xmlns:a16="http://schemas.microsoft.com/office/drawing/2014/main" id="{87432211-FA1B-4912-9E9D-1B7D1089CA2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857730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</a:t>
            </a:r>
            <a:endParaRPr lang="en-GB"/>
          </a:p>
        </p:txBody>
      </p:sp>
      <p:sp>
        <p:nvSpPr>
          <p:cNvPr id="77" name="Text Placeholder 44">
            <a:extLst>
              <a:ext uri="{FF2B5EF4-FFF2-40B4-BE49-F238E27FC236}">
                <a16:creationId xmlns:a16="http://schemas.microsoft.com/office/drawing/2014/main" id="{3D1567CD-545E-4481-AA52-EAB26F307DE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317948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</a:t>
            </a:r>
            <a:endParaRPr lang="en-GB"/>
          </a:p>
        </p:txBody>
      </p:sp>
      <p:sp>
        <p:nvSpPr>
          <p:cNvPr id="78" name="Text Placeholder 44">
            <a:extLst>
              <a:ext uri="{FF2B5EF4-FFF2-40B4-BE49-F238E27FC236}">
                <a16:creationId xmlns:a16="http://schemas.microsoft.com/office/drawing/2014/main" id="{C4A7E19B-BA4C-4167-B678-685C3673D0E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78166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04</a:t>
            </a:r>
            <a:endParaRPr lang="en-GB"/>
          </a:p>
        </p:txBody>
      </p:sp>
      <p:sp>
        <p:nvSpPr>
          <p:cNvPr id="79" name="Text Placeholder 44">
            <a:extLst>
              <a:ext uri="{FF2B5EF4-FFF2-40B4-BE49-F238E27FC236}">
                <a16:creationId xmlns:a16="http://schemas.microsoft.com/office/drawing/2014/main" id="{33092D62-8436-4A51-8071-52D0BA46EF8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238384" y="2363082"/>
            <a:ext cx="1572616" cy="699189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05</a:t>
            </a:r>
            <a:endParaRPr lang="en-GB"/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439731EE-FBBF-4749-8E58-161D1BD24B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512" y="315947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53987512-4428-45A6-9E5A-ECC62C5A7845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2861856" y="314370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">
            <a:extLst>
              <a:ext uri="{FF2B5EF4-FFF2-40B4-BE49-F238E27FC236}">
                <a16:creationId xmlns:a16="http://schemas.microsoft.com/office/drawing/2014/main" id="{722F4D46-D274-4F10-ABA0-DD9EA3E92016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317946" y="316263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Text Placeholder 2">
            <a:extLst>
              <a:ext uri="{FF2B5EF4-FFF2-40B4-BE49-F238E27FC236}">
                <a16:creationId xmlns:a16="http://schemas.microsoft.com/office/drawing/2014/main" id="{9F91BFBD-9636-4FD4-8F52-6E39E26F072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782290" y="314686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F01AF8C0-E88B-47D4-9C57-68C82E55FF5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0238382" y="314502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5" name="Text Placeholder 2">
            <a:extLst>
              <a:ext uri="{FF2B5EF4-FFF2-40B4-BE49-F238E27FC236}">
                <a16:creationId xmlns:a16="http://schemas.microsoft.com/office/drawing/2014/main" id="{02847DEE-A5F9-4C29-B154-1544212CE4E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89257" y="5142405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8FDB1794-F8AB-4138-AAA1-A52DD6E79A3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853601" y="5126639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FC4FC8D5-B96C-437B-A281-3F7C9C7D71C8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09691" y="5145564"/>
            <a:ext cx="1580870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8FD560F8-78FC-4428-9882-3934D9CBB65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7774035" y="5129798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176CA42E-BDE9-4A57-B993-296EED1BCB46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230127" y="5127956"/>
            <a:ext cx="1572616" cy="96300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cap="none">
                <a:solidFill>
                  <a:schemeClr val="tx1"/>
                </a:solidFill>
                <a:latin typeface="+mn-lt"/>
              </a:defRPr>
            </a:lvl1pPr>
            <a:lvl2pPr marL="55562" indent="0">
              <a:buNone/>
              <a:defRPr>
                <a:latin typeface="Graphik Regular" panose="020B0503030202060203" pitchFamily="34" charset="0"/>
              </a:defRPr>
            </a:lvl2pPr>
            <a:lvl3pPr>
              <a:defRPr>
                <a:latin typeface="Graphik Regular" panose="020B0503030202060203" pitchFamily="34" charset="0"/>
              </a:defRPr>
            </a:lvl3pPr>
            <a:lvl4pPr>
              <a:defRPr>
                <a:latin typeface="Graphik Regular" panose="020B0503030202060203" pitchFamily="34" charset="0"/>
              </a:defRPr>
            </a:lvl4pPr>
            <a:lvl5pPr>
              <a:defRPr>
                <a:latin typeface="Graphik Regular" panose="020B050303020206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Footer Placeholder 6">
            <a:extLst>
              <a:ext uri="{FF2B5EF4-FFF2-40B4-BE49-F238E27FC236}">
                <a16:creationId xmlns:a16="http://schemas.microsoft.com/office/drawing/2014/main" id="{DF893CCF-7E5D-47A2-BEAA-290732009D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29F35-82A7-4CD0-B264-4B8953C83B4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552728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85725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80975" indent="-180975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6">
            <a:extLst>
              <a:ext uri="{FF2B5EF4-FFF2-40B4-BE49-F238E27FC236}">
                <a16:creationId xmlns:a16="http://schemas.microsoft.com/office/drawing/2014/main" id="{2D7B9C33-7860-4A78-8365-326155D0DC4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75CA6DF9-3D47-44A0-9AE6-EE81F577848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F8D1DF11-64D7-450B-92C0-FFBB3964A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79483210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986EA-B600-4DE9-873A-47A5273447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943100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538F56B-ECAD-430D-86B3-CA43CA930B13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>
          <a:xfrm>
            <a:off x="6411000" y="1945849"/>
            <a:ext cx="5400000" cy="4284279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defRPr kumimoji="0" lang="en-US" sz="22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177800" indent="-17780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>
              <a:defRPr kumimoji="0" lang="en-US" sz="1800" b="0" i="0" u="none" strike="noStrike" kern="1200" cap="none" spc="0" normalizeH="0" baseline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4pPr>
            <a:lvl5pPr>
              <a:defRPr kumimoji="0" lang="en-GB" sz="1800" b="0" i="0" u="none" strike="noStrike" kern="1200" cap="none" spc="0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raphik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Footer Placeholder 6">
            <a:extLst>
              <a:ext uri="{FF2B5EF4-FFF2-40B4-BE49-F238E27FC236}">
                <a16:creationId xmlns:a16="http://schemas.microsoft.com/office/drawing/2014/main" id="{03EC794A-FC92-4AAF-AE86-050FA799F5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1586DA7-028B-46B2-8DE5-CD490E3A728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DCAD60B4-85E8-4266-A468-73C7C71B2C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363966883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442A75EB-71CE-4543-ADEB-9A7264CF8BF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3807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8" name="Text Placeholder 25">
            <a:extLst>
              <a:ext uri="{FF2B5EF4-FFF2-40B4-BE49-F238E27FC236}">
                <a16:creationId xmlns:a16="http://schemas.microsoft.com/office/drawing/2014/main" id="{BCD1C719-53DB-4DE0-999D-A83E05EEDF8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46803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19" name="Text Placeholder 25">
            <a:extLst>
              <a:ext uri="{FF2B5EF4-FFF2-40B4-BE49-F238E27FC236}">
                <a16:creationId xmlns:a16="http://schemas.microsoft.com/office/drawing/2014/main" id="{933372D4-A8C3-4A0E-8BC4-35430C7D44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600432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0" name="Text Placeholder 25">
            <a:extLst>
              <a:ext uri="{FF2B5EF4-FFF2-40B4-BE49-F238E27FC236}">
                <a16:creationId xmlns:a16="http://schemas.microsoft.com/office/drawing/2014/main" id="{12AE7316-6AEE-48C3-B262-F48CA4EEC2F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43428" y="4699746"/>
            <a:ext cx="2467571" cy="157152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r>
              <a:rPr lang="en-GB" sz="1400">
                <a:latin typeface="Graphik" panose="020B0503030202060203" pitchFamily="34" charset="77"/>
              </a:rPr>
              <a:t>Insert text here max</a:t>
            </a:r>
            <a:br>
              <a:rPr lang="en-GB" sz="1400">
                <a:latin typeface="Graphik" panose="020B0503030202060203" pitchFamily="34" charset="77"/>
              </a:rPr>
            </a:br>
            <a:r>
              <a:rPr lang="en-GB" sz="1400">
                <a:latin typeface="Graphik" panose="020B0503030202060203" pitchFamily="34" charset="77"/>
              </a:rPr>
              <a:t>lines to the bottom of this text box, min 14 </a:t>
            </a:r>
            <a:r>
              <a:rPr lang="en-GB" sz="1400" err="1">
                <a:latin typeface="Graphik" panose="020B0503030202060203" pitchFamily="34" charset="77"/>
              </a:rPr>
              <a:t>pt</a:t>
            </a:r>
            <a:r>
              <a:rPr lang="en-GB" sz="1400">
                <a:latin typeface="Graphik" panose="020B0503030202060203" pitchFamily="34" charset="77"/>
              </a:rPr>
              <a:t> with paragraph spacing 1.0</a:t>
            </a:r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309F3C08-340B-4262-BE8D-7E0EC29922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4" name="Slide Number Placeholder 9">
            <a:extLst>
              <a:ext uri="{FF2B5EF4-FFF2-40B4-BE49-F238E27FC236}">
                <a16:creationId xmlns:a16="http://schemas.microsoft.com/office/drawing/2014/main" id="{D8EB1850-1114-408C-A2E4-09622ECAB10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F77B05F-F630-4362-9489-073AAEA27D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1F1FA6F-6B29-4B4E-AC66-C4BE76E3CE7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3693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E4CAE9FD-CC6F-4B12-A12B-D279A44AE39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288001" y="1851079"/>
            <a:ext cx="5179384" cy="537448"/>
          </a:xfrm>
        </p:spPr>
        <p:txBody>
          <a:bodyPr tIns="0" bIns="0" anchor="t">
            <a:normAutofit/>
          </a:bodyPr>
          <a:lstStyle>
            <a:lvl1pPr algn="ctr">
              <a:lnSpc>
                <a:spcPct val="90000"/>
              </a:lnSpc>
              <a:spcBef>
                <a:spcPts val="0"/>
              </a:spcBef>
              <a:defRPr sz="2200" b="1" i="0" cap="none">
                <a:solidFill>
                  <a:schemeClr val="tx1"/>
                </a:solidFill>
                <a:latin typeface="+mj-lt"/>
              </a:defRPr>
            </a:lvl1pPr>
            <a:lvl2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2pPr>
            <a:lvl3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4pPr>
            <a:lvl5pPr>
              <a:defRPr b="1" i="0">
                <a:solidFill>
                  <a:schemeClr val="accent1"/>
                </a:solidFill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Heading 22pt min 16pt</a:t>
            </a:r>
          </a:p>
        </p:txBody>
      </p:sp>
    </p:spTree>
    <p:extLst>
      <p:ext uri="{BB962C8B-B14F-4D97-AF65-F5344CB8AC3E}">
        <p14:creationId xmlns:p14="http://schemas.microsoft.com/office/powerpoint/2010/main" val="75927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928174"/>
            <a:ext cx="12191998" cy="44052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812566C2-550C-428D-9F25-97BA6ACC6D8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802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50056D35-DC61-4D0F-B0C2-B062F0DD56A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5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4F54E055-BFC8-4967-AD47-F082AF139F1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802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17A9C8F1-2B45-4232-AB93-26450C46258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5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D7F2FA40-8443-415A-BCEC-57907AD7C3D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802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4DFB22B2-7DED-4F30-9EEB-FB3AE9BC745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45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80618C3C-6BED-4F24-8BC3-0BA6574D0AA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31715" y="2410216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18039CC1-2EA8-4C41-979B-4D20FB6809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96000" y="2410216"/>
            <a:ext cx="839889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5A1FF5E6-3D7C-4087-AFF1-48A99E04CE2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131715" y="3635687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B2C9A29-68E9-4B62-8688-F3255D0DC6F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3635687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353E4163-5423-4488-93B4-72E261A04E0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131715" y="4861158"/>
            <a:ext cx="4243162" cy="879766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EC5DB573-F8E8-4DEA-AEA6-9E4D218638C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96001" y="4861158"/>
            <a:ext cx="839888" cy="553998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A822CE51-5843-4191-8C13-33C560880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94660267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11BE77C-A095-46CD-A1E6-D35129200CF4}"/>
              </a:ext>
            </a:extLst>
          </p:cNvPr>
          <p:cNvSpPr/>
          <p:nvPr/>
        </p:nvSpPr>
        <p:spPr>
          <a:xfrm>
            <a:off x="1" y="1754996"/>
            <a:ext cx="12191998" cy="457845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8" name="Footer Placeholder 6">
            <a:extLst>
              <a:ext uri="{FF2B5EF4-FFF2-40B4-BE49-F238E27FC236}">
                <a16:creationId xmlns:a16="http://schemas.microsoft.com/office/drawing/2014/main" id="{1409C984-F547-42F7-B88C-526E030405E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28" name="Slide Number Placeholder 9">
            <a:extLst>
              <a:ext uri="{FF2B5EF4-FFF2-40B4-BE49-F238E27FC236}">
                <a16:creationId xmlns:a16="http://schemas.microsoft.com/office/drawing/2014/main" id="{829B10C9-5B15-4D0E-BE03-A02D6DD428A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Placeholder 1">
            <a:extLst>
              <a:ext uri="{FF2B5EF4-FFF2-40B4-BE49-F238E27FC236}">
                <a16:creationId xmlns:a16="http://schemas.microsoft.com/office/drawing/2014/main" id="{FFD4091F-4540-47D0-9D89-6BCB0291E5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53346DC2-FD7B-49C4-8AAB-B359175B7BF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1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AC42A312-9979-4A01-9158-57CD4C8CA33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1000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E6AD4056-7137-4DCF-A115-E508E36FD5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80999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C209F1A0-3F27-4F19-87B3-B17D5D0FF7A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103436" y="2104386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8FD5C041-A388-41EA-ABD7-248D2E8C55D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103435" y="3532780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C81EE5FD-7567-45E7-B11B-1CDE922D19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103434" y="4965814"/>
            <a:ext cx="5400000" cy="1162464"/>
          </a:xfrm>
          <a:prstGeom prst="rect">
            <a:avLst/>
          </a:prstGeom>
        </p:spPr>
        <p:txBody>
          <a:bodyPr wrap="square" tIns="0" bIns="0" anchor="t">
            <a:normAutofit/>
          </a:bodyPr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Click to add subtitle</a:t>
            </a:r>
          </a:p>
          <a:p>
            <a:pPr marL="0" marR="0" lvl="1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a-DK"/>
              <a:t>Lorem ipsum dolor sit amet</a:t>
            </a:r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95385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59EABE65-FD93-400B-BAEB-2365B18C100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9575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047176E6-F8F4-49FC-A12D-CEB5CA6D60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9575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7AF73BDE-319D-4219-A5C1-DEB5792189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451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60DF4D03-0BE8-4D31-82A4-F39747E4BF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97451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112886E8-E82B-4DDD-A8BC-ECFC852D39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85328" y="1467048"/>
            <a:ext cx="3243135" cy="1568380"/>
          </a:xfrm>
        </p:spPr>
        <p:txBody>
          <a:bodyPr anchor="b">
            <a:normAutofit/>
          </a:bodyPr>
          <a:lstStyle>
            <a:lvl1pPr>
              <a:defRPr lang="en-US" sz="3600" b="1" kern="120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FB202F5B-10E0-4D04-965B-2D05E3CD18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85328" y="3256510"/>
            <a:ext cx="3243135" cy="2159189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400" b="0" cap="none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B25A7F6-703D-4F00-A0EC-1566C7F2D3D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26FD1142-0F2D-45CB-946D-E52751A238A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13323691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s Optio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9DFDC4DC-01F9-4BD6-BF0E-69725B783A0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81000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24432DF7-B547-40FF-A825-45A78D2CB85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1000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33FEC15-78F4-43A2-A63C-053354C1234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243456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5EA5DC18-5421-48CE-8B85-A27A2B4A504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3456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B0E58F9C-D684-471B-BFF1-044DDB7AB07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105912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4FEA6FC0-ADA0-43DC-9D26-5E114F0737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105912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8F8EE1D1-37AE-4F77-B057-69366C5878F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968368" y="4068348"/>
            <a:ext cx="2479000" cy="1969520"/>
          </a:xfrm>
          <a:prstGeom prst="rect">
            <a:avLst/>
          </a:prstGeo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en-US" sz="14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Add description of the figure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91797188-BDCB-4CC5-BCBE-30AD9A4C45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968368" y="3429000"/>
            <a:ext cx="2479000" cy="553998"/>
          </a:xfrm>
          <a:prstGeom prst="rect">
            <a:avLst/>
          </a:prstGeom>
        </p:spPr>
        <p:txBody>
          <a:bodyPr wrap="square" tIns="0" bIns="0" anchor="b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36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9D5BE5DC-7FFD-494C-891B-8A475F26F4E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A863DAF-BB89-4865-8063-7F6B6BAB45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770A387-6C5D-4E48-960C-8587FDB8AC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4062992953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eople op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7E061C87-E253-4832-BFB5-F70B539C645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147889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9A86D32D-DCCA-FB41-AD6B-6114273CE677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>
          <a:xfrm>
            <a:off x="3815262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B3FA79AB-3280-3942-8811-1F447CF932F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482635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226A25B-26CF-1C41-961E-12B3F363E009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150007" y="2192171"/>
            <a:ext cx="1858845" cy="1858845"/>
          </a:xfrm>
          <a:prstGeom prst="ellipse">
            <a:avLst/>
          </a:prstGeom>
          <a:pattFill prst="pct40">
            <a:fgClr>
              <a:srgbClr val="C0C0C0"/>
            </a:fgClr>
            <a:bgClr>
              <a:schemeClr val="bg1"/>
            </a:bgClr>
          </a:pattFill>
        </p:spPr>
        <p:txBody>
          <a:bodyPr lIns="0" tIns="108000" rIns="0" anchor="ctr">
            <a:normAutofit/>
          </a:bodyPr>
          <a:lstStyle>
            <a:lvl1pPr algn="ctr">
              <a:defRPr sz="1100" b="0" i="0">
                <a:latin typeface="+mn-lt"/>
              </a:defRPr>
            </a:lvl1pPr>
          </a:lstStyle>
          <a:p>
            <a:r>
              <a:rPr lang="en-AU" dirty="0"/>
              <a:t>Insert picture here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06B7DA53-39E1-40DB-8E3D-AC55EE3B9D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29D22D92-75BB-4297-B843-557296E6C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E4BED6B8-7C00-4120-ABBA-D82093551AC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2" name="Text Placeholder 41">
            <a:extLst>
              <a:ext uri="{FF2B5EF4-FFF2-40B4-BE49-F238E27FC236}">
                <a16:creationId xmlns:a16="http://schemas.microsoft.com/office/drawing/2014/main" id="{7E68CA9F-EC78-418D-9A6B-0239F68A44B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989295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3" name="Text Placeholder 41">
            <a:extLst>
              <a:ext uri="{FF2B5EF4-FFF2-40B4-BE49-F238E27FC236}">
                <a16:creationId xmlns:a16="http://schemas.microsoft.com/office/drawing/2014/main" id="{9FBF1373-D4D2-4CA6-A203-BB25B6AE2313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56667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E87B3F04-4595-45EE-8C80-2D66D058FFB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24039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FAFD4B38-A351-4DBA-B2B5-067F273948E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991412" y="4165807"/>
            <a:ext cx="2187251" cy="1379271"/>
          </a:xfrm>
        </p:spPr>
        <p:txBody>
          <a:bodyPr wrap="square">
            <a:normAutofit/>
          </a:bodyPr>
          <a:lstStyle>
            <a:lvl1pPr algn="ctr">
              <a:lnSpc>
                <a:spcPct val="100000"/>
              </a:lnSpc>
              <a:spcAft>
                <a:spcPts val="0"/>
              </a:spcAft>
              <a:defRPr sz="1600" b="1" i="0">
                <a:solidFill>
                  <a:schemeClr val="tx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00" b="0" i="0">
                <a:solidFill>
                  <a:schemeClr val="tx1"/>
                </a:solidFill>
                <a:latin typeface="+mn-lt"/>
              </a:defRPr>
            </a:lvl2pPr>
            <a:lvl3pPr marL="0" indent="0" algn="ctr">
              <a:lnSpc>
                <a:spcPct val="100000"/>
              </a:lnSpc>
              <a:spcBef>
                <a:spcPts val="600"/>
              </a:spcBef>
              <a:buNone/>
              <a:defRPr sz="1200"/>
            </a:lvl3pPr>
          </a:lstStyle>
          <a:p>
            <a:pPr lvl="0"/>
            <a:r>
              <a:rPr lang="en-US"/>
              <a:t>Insert name here</a:t>
            </a:r>
          </a:p>
          <a:p>
            <a:pPr lvl="1"/>
            <a:r>
              <a:rPr lang="en-US"/>
              <a:t>Job title here</a:t>
            </a:r>
          </a:p>
        </p:txBody>
      </p:sp>
    </p:spTree>
    <p:extLst>
      <p:ext uri="{BB962C8B-B14F-4D97-AF65-F5344CB8AC3E}">
        <p14:creationId xmlns:p14="http://schemas.microsoft.com/office/powerpoint/2010/main" val="412379296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an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2756647"/>
            <a:ext cx="11430000" cy="3404441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675CFBC7-8550-4627-B678-91E938DCAAF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1000" y="1943955"/>
            <a:ext cx="11430000" cy="631158"/>
          </a:xfrm>
        </p:spPr>
        <p:txBody>
          <a:bodyPr wrap="square" tIns="0" bIns="0">
            <a:norm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kern="1200" cap="none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400" b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</a:lstStyle>
          <a:p>
            <a:pPr lvl="0"/>
            <a:r>
              <a:rPr lang="da-DK"/>
              <a:t>Lorem ipsum dolor sit amet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59530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5F06FFC-7F24-4240-9C48-7066B776C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FCF244E-2D87-4DAB-B529-36E1AA8CB99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6D6E342-7CEB-4142-85CE-07746AED56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1DBBD251-FD95-4A5E-9AAB-5656E1085BB7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381000" y="1364265"/>
            <a:ext cx="11430000" cy="4796823"/>
          </a:xfrm>
        </p:spPr>
        <p:txBody>
          <a:bodyPr anchor="ctr">
            <a:normAutofit/>
          </a:bodyPr>
          <a:lstStyle>
            <a:lvl1pPr algn="ctr">
              <a:defRPr sz="1200" b="0">
                <a:latin typeface="+mn-lt"/>
              </a:defRPr>
            </a:lvl1pPr>
          </a:lstStyle>
          <a:p>
            <a:r>
              <a:rPr lang="en-US" dirty="0"/>
              <a:t>Click icon to add table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78730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Slide op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0008FD0-AD04-4958-83B5-7F755546EE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021" y="1162878"/>
            <a:ext cx="8318714" cy="3761961"/>
          </a:xfrm>
        </p:spPr>
        <p:txBody>
          <a:bodyPr tIns="0" bIns="0" anchor="b">
            <a:normAutofit/>
          </a:bodyPr>
          <a:lstStyle>
            <a:lvl1pPr algn="l">
              <a:lnSpc>
                <a:spcPct val="75000"/>
              </a:lnSpc>
              <a:defRPr sz="80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Section</a:t>
            </a:r>
            <a:br>
              <a:rPr lang="en-US"/>
            </a:br>
            <a:r>
              <a:rPr lang="en-US"/>
              <a:t>Divider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7A752BD-0233-480F-B3CC-46DD91E9322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2020" y="5034169"/>
            <a:ext cx="8318713" cy="1328521"/>
          </a:xfrm>
        </p:spPr>
        <p:txBody>
          <a:bodyPr tIns="0" bIns="0" anchor="t">
            <a:normAutofit/>
          </a:bodyPr>
          <a:lstStyle>
            <a:lvl1pPr algn="l">
              <a:lnSpc>
                <a:spcPct val="90000"/>
              </a:lnSpc>
              <a:defRPr sz="2400" b="0" cap="none">
                <a:solidFill>
                  <a:schemeClr val="bg1"/>
                </a:solidFill>
                <a:latin typeface="+mn-lt"/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92578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opt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60BC0154-8F01-45CA-849D-34E3AE00CF0F}"/>
              </a:ext>
            </a:extLst>
          </p:cNvPr>
          <p:cNvGrpSpPr>
            <a:grpSpLocks noChangeAspect="1"/>
          </p:cNvGrpSpPr>
          <p:nvPr/>
        </p:nvGrpSpPr>
        <p:grpSpPr>
          <a:xfrm>
            <a:off x="9554578" y="5833249"/>
            <a:ext cx="2256422" cy="605651"/>
            <a:chOff x="9638475" y="1219200"/>
            <a:chExt cx="1389888" cy="373063"/>
          </a:xfrm>
          <a:effectLst/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BAE479CA-D694-4F45-BD11-38BE36BB3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38475" y="1372165"/>
              <a:ext cx="1389888" cy="220098"/>
            </a:xfrm>
            <a:prstGeom prst="rect">
              <a:avLst/>
            </a:prstGeom>
          </p:spPr>
        </p:pic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86BA3475-6F51-4B12-8741-D94FF0367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48925" y="1219200"/>
              <a:ext cx="136525" cy="147638"/>
            </a:xfrm>
            <a:custGeom>
              <a:avLst/>
              <a:gdLst>
                <a:gd name="T0" fmla="*/ 0 w 86"/>
                <a:gd name="T1" fmla="*/ 66 h 93"/>
                <a:gd name="T2" fmla="*/ 50 w 86"/>
                <a:gd name="T3" fmla="*/ 47 h 93"/>
                <a:gd name="T4" fmla="*/ 0 w 86"/>
                <a:gd name="T5" fmla="*/ 27 h 93"/>
                <a:gd name="T6" fmla="*/ 0 w 86"/>
                <a:gd name="T7" fmla="*/ 0 h 93"/>
                <a:gd name="T8" fmla="*/ 86 w 86"/>
                <a:gd name="T9" fmla="*/ 35 h 93"/>
                <a:gd name="T10" fmla="*/ 86 w 86"/>
                <a:gd name="T11" fmla="*/ 57 h 93"/>
                <a:gd name="T12" fmla="*/ 0 w 86"/>
                <a:gd name="T13" fmla="*/ 93 h 93"/>
                <a:gd name="T14" fmla="*/ 0 w 86"/>
                <a:gd name="T15" fmla="*/ 66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6" h="93">
                  <a:moveTo>
                    <a:pt x="0" y="66"/>
                  </a:moveTo>
                  <a:lnTo>
                    <a:pt x="50" y="47"/>
                  </a:lnTo>
                  <a:lnTo>
                    <a:pt x="0" y="27"/>
                  </a:lnTo>
                  <a:lnTo>
                    <a:pt x="0" y="0"/>
                  </a:lnTo>
                  <a:lnTo>
                    <a:pt x="86" y="35"/>
                  </a:lnTo>
                  <a:lnTo>
                    <a:pt x="86" y="57"/>
                  </a:lnTo>
                  <a:lnTo>
                    <a:pt x="0" y="93"/>
                  </a:lnTo>
                  <a:lnTo>
                    <a:pt x="0" y="6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91AB612-3710-45D4-9355-B422D880C8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1000" y="2903537"/>
            <a:ext cx="11430000" cy="969963"/>
          </a:xfrm>
          <a:prstGeom prst="rect">
            <a:avLst/>
          </a:prstGeom>
        </p:spPr>
        <p:txBody>
          <a:bodyPr tIns="0" bIns="0" anchor="ctr">
            <a:normAutofit/>
          </a:bodyPr>
          <a:lstStyle>
            <a:lvl1pPr algn="ctr">
              <a:lnSpc>
                <a:spcPct val="80000"/>
              </a:lnSpc>
              <a:defRPr sz="3600" cap="none">
                <a:solidFill>
                  <a:schemeClr val="bg1"/>
                </a:solidFill>
              </a:defRPr>
            </a:lvl1pPr>
            <a:lvl2pPr>
              <a:defRPr sz="6000"/>
            </a:lvl2pPr>
            <a:lvl3pPr>
              <a:defRPr sz="6000"/>
            </a:lvl3pPr>
            <a:lvl4pPr>
              <a:defRPr sz="6000"/>
            </a:lvl4pPr>
            <a:lvl5pPr>
              <a:defRPr sz="6000"/>
            </a:lvl5pPr>
          </a:lstStyle>
          <a:p>
            <a:pPr lvl="0"/>
            <a:r>
              <a:rPr lang="en-US"/>
              <a:t>Insert title at 36pt, min 30pt</a:t>
            </a:r>
          </a:p>
        </p:txBody>
      </p:sp>
    </p:spTree>
    <p:extLst>
      <p:ext uri="{BB962C8B-B14F-4D97-AF65-F5344CB8AC3E}">
        <p14:creationId xmlns:p14="http://schemas.microsoft.com/office/powerpoint/2010/main" val="200977031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copyr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0404CCCA-4129-4663-91C0-1D86079B098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848CCB8-4740-4B43-BCEF-5A546C1195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281575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urple blan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77305F73-3F10-4781-AEC1-D21924227102}"/>
              </a:ext>
            </a:extLst>
          </p:cNvPr>
          <p:cNvSpPr txBox="1">
            <a:spLocks/>
          </p:cNvSpPr>
          <p:nvPr/>
        </p:nvSpPr>
        <p:spPr>
          <a:xfrm>
            <a:off x="355739" y="6537399"/>
            <a:ext cx="4141956" cy="161962"/>
          </a:xfrm>
          <a:prstGeom prst="rect">
            <a:avLst/>
          </a:prstGeom>
        </p:spPr>
        <p:txBody>
          <a:bodyPr vert="horz" wrap="square" lIns="0" tIns="60930" rIns="0" bIns="60930" numCol="1" anchor="ctr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lang="en-US" sz="800" b="0" i="0" kern="1200">
                <a:solidFill>
                  <a:schemeClr val="tx1">
                    <a:alpha val="50000"/>
                  </a:schemeClr>
                </a:solidFill>
                <a:latin typeface="Graphik Regular" panose="020B0503030202060203" pitchFamily="34" charset="77"/>
                <a:ea typeface="Roboto Light" panose="02000000000000000000" pitchFamily="2" charset="0"/>
                <a:cs typeface="Gotham Medium" pitchFamily="2" charset="0"/>
              </a:defRPr>
            </a:lvl1pPr>
            <a:lvl2pPr marL="609443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1218885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828328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2437771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3047213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3656656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4266097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4875541" algn="l" defTabSz="12188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GB" sz="800" dirty="0">
                <a:solidFill>
                  <a:schemeClr val="bg1">
                    <a:alpha val="50000"/>
                  </a:schemeClr>
                </a:solidFill>
              </a:rPr>
              <a:t>Copyright © 2020 Accenture. All rights reserved.</a:t>
            </a:r>
            <a:endParaRPr lang="en-AU" sz="800" dirty="0">
              <a:solidFill>
                <a:schemeClr val="bg1">
                  <a:alpha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598951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est Master Tex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9F3EA-AEAF-C548-BD0C-AD254597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816B7-92BE-DC41-81A1-B94823C5B24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44488" y="1219200"/>
            <a:ext cx="11510962" cy="48387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4E4E6-DE9C-9B41-A230-03A839F777D8}"/>
              </a:ext>
            </a:extLst>
          </p:cNvPr>
          <p:cNvSpPr txBox="1">
            <a:spLocks/>
          </p:cNvSpPr>
          <p:nvPr/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Copyright © 2019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20631652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  <p:sp>
        <p:nvSpPr>
          <p:cNvPr id="11" name="Footer Placeholder 6">
            <a:extLst>
              <a:ext uri="{FF2B5EF4-FFF2-40B4-BE49-F238E27FC236}">
                <a16:creationId xmlns:a16="http://schemas.microsoft.com/office/drawing/2014/main" id="{91C0017E-4521-4295-9033-A405A2FA81F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43EE0978-DC3A-4D86-83BC-C2F42549CA64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74B3D656-7B78-4FFC-881D-DD01CAC5AD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195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Acc_MobilityBLACK" hidden="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827" y="541385"/>
            <a:ext cx="3430214" cy="527557"/>
          </a:xfrm>
          <a:prstGeom prst="rect">
            <a:avLst/>
          </a:prstGeom>
        </p:spPr>
      </p:pic>
      <p:pic>
        <p:nvPicPr>
          <p:cNvPr id="13" name="Acc_InteractiveBLACK" hidden="1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4486" y="551413"/>
            <a:ext cx="3443260" cy="518866"/>
          </a:xfrm>
          <a:prstGeom prst="rect">
            <a:avLst/>
          </a:prstGeom>
        </p:spPr>
      </p:pic>
      <p:pic>
        <p:nvPicPr>
          <p:cNvPr id="14" name="Acc_AnalyticsBLACK" hidden="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6099" y="541708"/>
            <a:ext cx="3428941" cy="528482"/>
          </a:xfrm>
          <a:prstGeom prst="rect">
            <a:avLst/>
          </a:prstGeom>
        </p:spPr>
      </p:pic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167B18B3-4437-9A40-B389-7901B78FAAA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 flipH="1">
            <a:off x="11617001" y="6537474"/>
            <a:ext cx="216084" cy="161888"/>
          </a:xfrm>
        </p:spPr>
        <p:txBody>
          <a:bodyPr/>
          <a:lstStyle>
            <a:lvl1pPr>
              <a:defRPr>
                <a:solidFill>
                  <a:schemeClr val="bg1">
                    <a:alpha val="50000"/>
                  </a:schemeClr>
                </a:solidFill>
              </a:defRPr>
            </a:lvl1pPr>
          </a:lstStyle>
          <a:p>
            <a:pPr>
              <a:defRPr/>
            </a:pPr>
            <a:fld id="{90CBDC3A-D49F-4631-A8C7-55D59B33E5F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9318202-F5EF-4F94-A2FB-2820022F3F3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4226" y="6494041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bg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pic>
        <p:nvPicPr>
          <p:cNvPr id="8" name="Picture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3337CFDD-6A45-4B8B-A44A-81963DA234F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701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68">
          <p15:clr>
            <a:srgbClr val="5ACBF0"/>
          </p15:clr>
        </p15:guide>
        <p15:guide id="2" pos="709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56F1F-FA65-4EEB-BDF1-3ABAA12E2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9222" y="240215"/>
            <a:ext cx="10515600" cy="306635"/>
          </a:xfrm>
        </p:spPr>
        <p:txBody>
          <a:bodyPr lIns="0" tIns="0" rIns="0" bIns="0" anchor="t">
            <a:normAutofit/>
          </a:bodyPr>
          <a:lstStyle>
            <a:lvl1pPr>
              <a:defRPr sz="2400">
                <a:solidFill>
                  <a:srgbClr val="33CC33"/>
                </a:solidFill>
                <a:latin typeface="Graphik Black" panose="020B0A0303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18A67-9B80-412E-9A41-C4F91B54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3647" y="6356350"/>
            <a:ext cx="2743200" cy="365125"/>
          </a:xfrm>
        </p:spPr>
        <p:txBody>
          <a:bodyPr/>
          <a:lstStyle/>
          <a:p>
            <a:fld id="{63FC6494-8DB7-494F-83AE-7187FC8A427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5E9138-10C8-4D5C-96AF-BA283019769A}"/>
              </a:ext>
            </a:extLst>
          </p:cNvPr>
          <p:cNvSpPr txBox="1"/>
          <p:nvPr userDrawn="1"/>
        </p:nvSpPr>
        <p:spPr>
          <a:xfrm>
            <a:off x="3470816" y="6629400"/>
            <a:ext cx="5250368" cy="22859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lvl="0" algn="ctr">
              <a:defRPr/>
            </a:pPr>
            <a:r>
              <a:rPr lang="en-US" sz="800" kern="0" dirty="0">
                <a:solidFill>
                  <a:srgbClr val="000000">
                    <a:lumMod val="65000"/>
                    <a:lumOff val="35000"/>
                  </a:srgbClr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Copyright 2022 Accenture. All rights reserved. Accenture Confidential Information. Internal Use Only</a:t>
            </a:r>
            <a:endParaRPr kumimoji="0" lang="en-US" sz="8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 panose="020B0503030202060203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4CDE97-5B21-4B58-93AF-0B6CCB281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9075" y="600260"/>
            <a:ext cx="10515600" cy="422275"/>
          </a:xfrm>
        </p:spPr>
        <p:txBody>
          <a:bodyPr vert="horz" lIns="0" tIns="0" rIns="0" bIns="0" rtlCol="0" anchor="t">
            <a:normAutofit/>
          </a:bodyPr>
          <a:lstStyle>
            <a:lvl1pPr>
              <a:defRPr lang="en-US" sz="1600" dirty="0" smtClean="0">
                <a:solidFill>
                  <a:srgbClr val="0070C0"/>
                </a:solidFill>
                <a:latin typeface="Graphik Black" panose="020B0A03030202060203" pitchFamily="34" charset="0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6460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laybook/Le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B9DB20E-402F-4429-B44A-BCDD110E2DF6}"/>
              </a:ext>
            </a:extLst>
          </p:cNvPr>
          <p:cNvGrpSpPr/>
          <p:nvPr userDrawn="1"/>
        </p:nvGrpSpPr>
        <p:grpSpPr>
          <a:xfrm>
            <a:off x="1" y="-4488"/>
            <a:ext cx="12191065" cy="6862488"/>
            <a:chOff x="0" y="-3366"/>
            <a:chExt cx="9143299" cy="5146866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C6B6D226-A844-B141-A337-85FFBCFDE485}"/>
                </a:ext>
              </a:extLst>
            </p:cNvPr>
            <p:cNvSpPr/>
            <p:nvPr userDrawn="1"/>
          </p:nvSpPr>
          <p:spPr>
            <a:xfrm>
              <a:off x="0" y="-3366"/>
              <a:ext cx="9143299" cy="5146866"/>
            </a:xfrm>
            <a:prstGeom prst="rect">
              <a:avLst/>
            </a:prstGeom>
            <a:solidFill>
              <a:srgbClr val="F5F7F9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5E5E5E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989BA39-7EC6-294F-AF53-B7142E5CDB12}"/>
                </a:ext>
              </a:extLst>
            </p:cNvPr>
            <p:cNvSpPr/>
            <p:nvPr userDrawn="1"/>
          </p:nvSpPr>
          <p:spPr>
            <a:xfrm>
              <a:off x="189491" y="197168"/>
              <a:ext cx="8794630" cy="4593579"/>
            </a:xfrm>
            <a:prstGeom prst="rect">
              <a:avLst/>
            </a:prstGeom>
            <a:solidFill>
              <a:srgbClr val="FFFFF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l"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lang="en-US" sz="1600" noProof="0"/>
            </a:p>
          </p:txBody>
        </p:sp>
      </p:grpSp>
      <p:sp>
        <p:nvSpPr>
          <p:cNvPr id="6" name="Copyright Ⓒ 2018 Accenture  All rights reserved">
            <a:extLst>
              <a:ext uri="{FF2B5EF4-FFF2-40B4-BE49-F238E27FC236}">
                <a16:creationId xmlns:a16="http://schemas.microsoft.com/office/drawing/2014/main" id="{8CACBDDE-75CD-C644-9B17-36349A723C74}"/>
              </a:ext>
            </a:extLst>
          </p:cNvPr>
          <p:cNvSpPr txBox="1"/>
          <p:nvPr/>
        </p:nvSpPr>
        <p:spPr>
          <a:xfrm>
            <a:off x="5688980" y="6565842"/>
            <a:ext cx="2324354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numCol="1" anchor="t">
            <a:spAutoFit/>
          </a:bodyPr>
          <a:lstStyle>
            <a:lvl1pPr algn="l" defTabSz="1828800">
              <a:defRPr sz="1600" b="0">
                <a:solidFill>
                  <a:srgbClr val="5E5E5E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rPr lang="en-US" sz="800" noProof="0" dirty="0"/>
              <a:t>Copyright Ⓒ 2022 Accenture  All rights reserved</a:t>
            </a:r>
          </a:p>
        </p:txBody>
      </p:sp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C198B9B7-3351-804E-9791-0F86BB11B9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3757" y="515602"/>
            <a:ext cx="5880705" cy="18281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kumimoji="0" lang="en-US" sz="1051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Medium"/>
                <a:ea typeface="Graphik Medium"/>
                <a:cs typeface="Graphik Medium"/>
                <a:sym typeface="Helvetica Neue"/>
              </a:defRPr>
            </a:lvl1pPr>
          </a:lstStyle>
          <a:p>
            <a:endParaRPr lang="en-US" noProof="0"/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8B591B01-1140-A446-97B6-CB7450ED42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3758" y="726500"/>
            <a:ext cx="11058137" cy="120115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 dirty="0">
                <a:ln>
                  <a:noFill/>
                </a:ln>
                <a:solidFill>
                  <a:srgbClr val="313131"/>
                </a:solidFill>
                <a:effectLst/>
                <a:uFillTx/>
                <a:latin typeface="Graphik Extralight"/>
                <a:ea typeface="Graphik Extralight"/>
                <a:cs typeface="Graphik Extralight"/>
                <a:sym typeface="Helvetica Neue"/>
              </a:defRPr>
            </a:lvl1pPr>
          </a:lstStyle>
          <a:p>
            <a:endParaRPr lang="en-US" noProof="0" dirty="0"/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74F9075F-C7D3-C945-95B7-DC8B159B600D}"/>
              </a:ext>
            </a:extLst>
          </p:cNvPr>
          <p:cNvSpPr txBox="1"/>
          <p:nvPr userDrawn="1"/>
        </p:nvSpPr>
        <p:spPr>
          <a:xfrm>
            <a:off x="11641895" y="6555881"/>
            <a:ext cx="411480" cy="17440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4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62C197D3-294B-0846-B7D0-AC071D2CBE2F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Graphik" panose="020B0503030202060203" pitchFamily="34" charset="77"/>
                <a:ea typeface="Helvetica Neue Light"/>
                <a:cs typeface="Helvetica Neue"/>
                <a:sym typeface="Helvetica Neue"/>
              </a:rPr>
              <a:pPr marL="0" marR="0" indent="0" algn="ctr" defTabSz="41274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Graphik" panose="020B0503030202060203" pitchFamily="34" charset="77"/>
              <a:ea typeface="Helvetica Neue Light"/>
              <a:cs typeface="Helvetica Neue"/>
              <a:sym typeface="Helvetica Neue"/>
            </a:endParaRP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31462AE7-3669-354B-9330-98F8761FD9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6914" y="6465311"/>
            <a:ext cx="733863" cy="314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9733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1033">
          <p15:clr>
            <a:srgbClr val="FBAE40"/>
          </p15:clr>
        </p15:guide>
        <p15:guide id="2" orient="horz" pos="2938">
          <p15:clr>
            <a:srgbClr val="FBAE40"/>
          </p15:clr>
        </p15:guide>
        <p15:guide id="3" pos="269">
          <p15:clr>
            <a:srgbClr val="FBAE40"/>
          </p15:clr>
        </p15:guide>
        <p15:guide id="4" pos="5499">
          <p15:clr>
            <a:srgbClr val="FBAE40"/>
          </p15:clr>
        </p15:guide>
        <p15:guide id="5" pos="288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s Op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104290A-1E04-4AF8-82EA-4BADC57478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1"/>
            <a:ext cx="11430000" cy="72643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Insert Main Title at 36pt min 30pt</a:t>
            </a:r>
          </a:p>
        </p:txBody>
      </p:sp>
    </p:spTree>
    <p:extLst>
      <p:ext uri="{BB962C8B-B14F-4D97-AF65-F5344CB8AC3E}">
        <p14:creationId xmlns:p14="http://schemas.microsoft.com/office/powerpoint/2010/main" val="3647755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AFBD-8268-6E4E-B726-58CFB1605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F82312-3184-8349-A074-E375B37B54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512A5-A4BF-F04E-9728-A4BCE2E07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56AAA-2B22-9448-A19B-5118FC26E10B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1ACDA-90AD-DF4E-B1C9-3175F6A31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C3B2B-4BD8-8B4A-A487-317A7260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FC613-4EEB-CC4B-B0A4-9C18D7586D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299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0469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86710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9031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21140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233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473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462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588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0285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17269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6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29748" y="3813288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29748" y="4055931"/>
            <a:ext cx="3087667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19820" y="3578084"/>
            <a:ext cx="778554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62011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Place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3162796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46E4763-F545-C94B-51CE-F4BC514CB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69" y="3010439"/>
            <a:ext cx="6793919" cy="1329595"/>
          </a:xfrm>
          <a:prstGeom prst="rect">
            <a:avLst/>
          </a:prstGeom>
        </p:spPr>
        <p:txBody>
          <a:bodyPr anchor="b">
            <a:spAutoFit/>
          </a:bodyPr>
          <a:lstStyle>
            <a:lvl1pPr algn="l">
              <a:lnSpc>
                <a:spcPct val="90000"/>
              </a:lnSpc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BC002026-094D-D1B0-BDA1-62996F24135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69" y="4464055"/>
            <a:ext cx="6793919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pic>
        <p:nvPicPr>
          <p:cNvPr id="3" name="accenture" descr="accenture logo">
            <a:extLst>
              <a:ext uri="{FF2B5EF4-FFF2-40B4-BE49-F238E27FC236}">
                <a16:creationId xmlns:a16="http://schemas.microsoft.com/office/drawing/2014/main" id="{FF7A765D-4682-9084-D606-70A59390D7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21E81FC3-5B5A-36F1-7992-060E05D477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36108AED-3E3E-1C9D-6AD6-AB28DC8162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</p:spTree>
    <p:extLst>
      <p:ext uri="{BB962C8B-B14F-4D97-AF65-F5344CB8AC3E}">
        <p14:creationId xmlns:p14="http://schemas.microsoft.com/office/powerpoint/2010/main" val="448920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31B3895-321B-8CAC-83C2-50F886A2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951" y="3008948"/>
            <a:ext cx="6795392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9424AF0-EE9F-A1A8-B5A5-CF437B9F5D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71951" y="4475703"/>
            <a:ext cx="6795392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349A45E5-70FE-79EB-8E7A-1A2061B62B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674232"/>
            <a:ext cx="3816000" cy="634494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57A6BE55-E9EF-68A2-0448-87EF125B2B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58956" y="6124059"/>
            <a:ext cx="1832894" cy="184666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marL="0" indent="0" algn="r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B93529DF-12F1-3D03-117A-86D7C5AD9A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7506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01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: Song">
    <p:bg>
      <p:bgPr>
        <a:solidFill>
          <a:schemeClr val="tx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2F82E940-E7B0-A119-28B0-041715DCEA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9" y="-2666263"/>
            <a:ext cx="6857999" cy="121905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878D30E-951E-72C4-5535-66637753B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4970" y="2952671"/>
            <a:ext cx="8931530" cy="664797"/>
          </a:xfrm>
          <a:prstGeom prst="rect">
            <a:avLst/>
          </a:prstGeom>
        </p:spPr>
        <p:txBody>
          <a:bodyPr wrap="square" anchor="b">
            <a:spAutoFit/>
          </a:bodyPr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775FD5F-4D58-7741-C57A-08997F3E1DD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4970" y="3741489"/>
            <a:ext cx="893153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EA105FD1-CA09-BDBB-C408-AB40400DB33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71950" y="5176580"/>
            <a:ext cx="3655291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D266AB3E-F8D9-4648-CDC8-BDA8246735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1950" y="5401494"/>
            <a:ext cx="3655291" cy="184666"/>
          </a:xfrm>
          <a:prstGeom prst="rect">
            <a:avLst/>
          </a:prstGeom>
        </p:spPr>
        <p:txBody>
          <a:bodyPr anchor="b"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E43744-0C39-A052-7487-659CA9C80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3638" y="6170081"/>
            <a:ext cx="1514051" cy="180050"/>
          </a:xfrm>
          <a:prstGeom prst="rect">
            <a:avLst/>
          </a:prstGeom>
        </p:spPr>
      </p:pic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145CAD81-7743-A093-B6F5-E98233328E5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1951" y="557588"/>
            <a:ext cx="1243822" cy="32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9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ysClr val="windowText" lastClr="000000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524589"/>
            <a:ext cx="8813534" cy="664797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7" name="accenture" descr="accenture logo">
            <a:extLst>
              <a:ext uri="{FF2B5EF4-FFF2-40B4-BE49-F238E27FC236}">
                <a16:creationId xmlns:a16="http://schemas.microsoft.com/office/drawing/2014/main" id="{B644DD64-75F6-CAA6-3062-5DD0649C1338}"/>
              </a:ext>
            </a:extLst>
          </p:cNvPr>
          <p:cNvPicPr>
            <a:picLocks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36000" y="6022800"/>
            <a:ext cx="1044000" cy="27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0974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ient &amp; acquisition cover: gradi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dient">
            <a:extLst>
              <a:ext uri="{FF2B5EF4-FFF2-40B4-BE49-F238E27FC236}">
                <a16:creationId xmlns:a16="http://schemas.microsoft.com/office/drawing/2014/main" id="{50E1CD4C-93E5-0BD5-6237-D39D310F8C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invGray">
          <a:xfrm rot="5400000">
            <a:off x="2667738" y="-2666262"/>
            <a:ext cx="6857999" cy="121905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41759CF-E2D4-0A80-7950-4AF5952D5985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2425701"/>
            <a:ext cx="8813534" cy="1763686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1313E0C-79AC-2382-CFF0-C1879E03CA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4302038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Picture Placeholder 11" descr="Image placeholder for client logo">
            <a:extLst>
              <a:ext uri="{FF2B5EF4-FFF2-40B4-BE49-F238E27FC236}">
                <a16:creationId xmlns:a16="http://schemas.microsoft.com/office/drawing/2014/main" id="{C5FB3CF4-DD64-BD63-23C6-97F8FC097F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3003" y="821769"/>
            <a:ext cx="1884233" cy="985085"/>
          </a:xfrm>
          <a:prstGeom prst="rect">
            <a:avLst/>
          </a:prstGeo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EF8263C3-A1F7-3492-0FC4-3EB7054D30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78689" y="5495715"/>
            <a:ext cx="2825654" cy="184666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MM.DD.YYYY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794D19-B699-311B-25DD-C0D60FC78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1182796" y="5781214"/>
            <a:ext cx="5714999" cy="530687"/>
          </a:xfrm>
          <a:prstGeom prst="rect">
            <a:avLst/>
          </a:prstGeom>
        </p:spPr>
        <p:txBody>
          <a:bodyPr/>
          <a:lstStyle>
            <a:lvl1pPr marL="0" indent="0" algn="l" defTabSz="914377" rtl="0" eaLnBrk="1" latinLnBrk="0" hangingPunct="1">
              <a:spcAft>
                <a:spcPts val="0"/>
              </a:spcAft>
              <a:buNone/>
              <a:defRPr lang="en-US" sz="1200" b="0" i="0" kern="1200" dirty="0" smtClean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377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</a:t>
            </a:r>
          </a:p>
        </p:txBody>
      </p:sp>
      <p:pic>
        <p:nvPicPr>
          <p:cNvPr id="2" name="accenture" descr="accenture logo">
            <a:extLst>
              <a:ext uri="{FF2B5EF4-FFF2-40B4-BE49-F238E27FC236}">
                <a16:creationId xmlns:a16="http://schemas.microsoft.com/office/drawing/2014/main" id="{F9A1CCE7-7706-F83F-4541-BDA00F682B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19196" y="6016340"/>
            <a:ext cx="1082581" cy="28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572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dark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8DFF95F-BC04-BCE4-81EC-25C099CB74A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AR" sz="240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0" y="2187403"/>
            <a:ext cx="3091443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accent2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accent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TS_WH">
            <a:extLst>
              <a:ext uri="{FF2B5EF4-FFF2-40B4-BE49-F238E27FC236}">
                <a16:creationId xmlns:a16="http://schemas.microsoft.com/office/drawing/2014/main" id="{042F1CA7-6A9E-5C2F-F3C0-78D6AFD6C7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01AB161-4BFB-138B-C93C-DFFFE563CF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1600" y="2745679"/>
            <a:ext cx="3091443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5F63345-6C3E-8981-5F6D-DF2B3FF6475C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EA0A3F89-649C-BCA9-F69D-4791BE39CE26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44568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4FF600-954F-A932-EB0A-7C9AF337B5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848" y="2187404"/>
            <a:ext cx="3098568" cy="393954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5D79A3D-AC3D-4EB4-AFB4-D6CEFA4231A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9948" y="2745679"/>
            <a:ext cx="3093440" cy="24154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6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0" indent="0">
              <a:buNone/>
              <a:defRPr sz="1800"/>
            </a:lvl2pPr>
            <a:lvl3pPr marL="228594">
              <a:buFont typeface="Graphik" panose="020B0604020202020204" pitchFamily="34" charset="0"/>
              <a:buChar char="•"/>
              <a:defRPr sz="1800"/>
            </a:lvl3pPr>
            <a:lvl4pPr marL="457189">
              <a:buFont typeface="Graphik"/>
              <a:buChar char="–"/>
              <a:defRPr sz="1600"/>
            </a:lvl4pPr>
            <a:lvl5pPr marL="685783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4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7" name="Text Placeholder 6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4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9" name="Text Placeholder 8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4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4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3" name="Text Placeholder 12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4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4" name="Text Placeholder 13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5" name="Text Placeholder 14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4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4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69" name="Text Placeholder 18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4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9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1" y="1371602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6" name="Text Placeholder 20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63" y="1371602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5" name="Text Placeholder 21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1" y="1976479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7" name="Text Placeholder 22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63" y="1976479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6" name="Text Placeholder 23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1" y="2581358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8" name="Text Placeholder 24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63" y="2581358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7" name="Text Placeholder 25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1" y="3186235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63" y="3186235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8" name="Text Placeholder 2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1" y="3791114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0" name="Text Placeholder 28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63" y="3791114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9" name="Text Placeholder 29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1" y="4395991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1" name="Text Placeholder 30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63" y="4395991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0" name="Text Placeholder 31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1" y="5000870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2" name="Text Placeholder 32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63" y="5000870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101" name="Text Placeholder 33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1" y="5605747"/>
            <a:ext cx="405128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0">
                <a:solidFill>
                  <a:schemeClr val="bg2"/>
                </a:solidFill>
                <a:latin typeface="+mj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3" name="Text Placeholder 34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63" y="5605747"/>
            <a:ext cx="2783175" cy="485340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buNone/>
              <a:defRPr sz="1600" b="0" i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045241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5818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798FE22-CDE6-88FF-ACBC-FD9C36E03DF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49" y="1341439"/>
            <a:ext cx="2329381" cy="47879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7CBA93D-A16D-15A7-59FB-5DA53C303FE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759509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9F85972-AC4E-08A3-B374-8C2AF42D54FD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080176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21799C-032C-A3F2-FCE9-D7BE2B106CC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406324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solidFill>
                  <a:schemeClr val="tx2"/>
                </a:solidFill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563D9-F425-062E-85B6-BFD1ECBB98D3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726991" y="4791684"/>
            <a:ext cx="1913607" cy="12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buNone/>
              <a:defRPr sz="1200" b="0" i="0">
                <a:latin typeface="Graphik" panose="020B0503030202060203" pitchFamily="34" charset="77"/>
              </a:defRPr>
            </a:lvl2pPr>
            <a:lvl3pPr marL="16933" indent="0"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sz="1050"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sz="1050" b="0" i="0">
                <a:latin typeface="Graphik" panose="020B0503030202060203" pitchFamily="34" charset="77"/>
              </a:defRPr>
            </a:lvl5pPr>
            <a:lvl6pPr>
              <a:defRPr sz="1200" b="0" i="0">
                <a:latin typeface="Graphik" panose="020B0503030202060203" pitchFamily="34" charset="77"/>
              </a:defRPr>
            </a:lvl6pPr>
            <a:lvl7pPr>
              <a:defRPr sz="1050" b="0" i="0">
                <a:latin typeface="Graphik" panose="020B0503030202060203" pitchFamily="34" charset="77"/>
              </a:defRPr>
            </a:lvl7pPr>
            <a:lvl9pPr>
              <a:defRPr sz="105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Insert text here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39FCDF-0209-75C7-EEFD-72F454B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6063D68-A744-CDD7-FA67-D2E3EBBCDB1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9508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8764EE2-7F2F-45E2-82F3-AAF71D3EB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2562457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91D4CA2-E2F2-5487-46F9-665130B94BE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0175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5359CD-D0A3-6EBD-72CC-C75E6319F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883124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14973FE-1A5A-4784-BBEF-55CFBBF298D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06323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C62542-3EC7-23B4-6810-D7943AD8A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209272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E4DD7065-8DBD-BB8F-6299-198F246266B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26990" y="1371602"/>
            <a:ext cx="721093" cy="485340"/>
          </a:xfrm>
          <a:prstGeom prst="rect">
            <a:avLst/>
          </a:prstGeom>
        </p:spPr>
        <p:txBody>
          <a:bodyPr anchor="ctr"/>
          <a:lstStyle>
            <a:lvl1pPr marL="0" marR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4000" b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ct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78B4AEA-422E-5B9F-1050-B102C345D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529939" y="1371603"/>
            <a:ext cx="0" cy="4719487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3238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: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204A-4462-2F62-F226-525C3578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07567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9ACF502-3E74-91C2-B945-4A140A77E4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6350" y="1331548"/>
            <a:ext cx="3130551" cy="481230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6ED4F0B-36A9-C1D2-C829-FDA15A800F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26296" y="139911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40A9406-C547-1F85-E71D-853495CEBB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48043" y="139809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21C5D35-2D9B-01B4-73C2-EF565E27FB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6296" y="2376037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C79B9814-F84A-3469-40B8-1C61FBBE11E2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148043" y="2375233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31C7DC5-DAD9-9025-120D-FBB8C142A60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26296" y="3350384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BE139AE-63B6-C2C1-4D09-17C298F69AB6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148043" y="3352372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8EA33AE2-AAF8-CAB9-E244-AD70E24C3E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26296" y="4335521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F7111FC3-B91A-E597-25A2-DCDF58B1DF3D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148043" y="432951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8EC9E534-1AD8-73C5-C5AC-15F48DA342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6296" y="5307673"/>
            <a:ext cx="563754" cy="492443"/>
          </a:xfrm>
        </p:spPr>
        <p:txBody>
          <a:bodyPr wrap="square">
            <a:spAutoFit/>
          </a:bodyPr>
          <a:lstStyle>
            <a:lvl1pPr algn="r">
              <a:defRPr sz="1600">
                <a:latin typeface="+mj-lt"/>
              </a:defRPr>
            </a:lvl1pPr>
          </a:lstStyle>
          <a:p>
            <a:pPr lvl="0"/>
            <a:r>
              <a:rPr lang="en-US"/>
              <a:t>Click ##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02F099-923C-04BF-8A6D-959AE146329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148043" y="5306651"/>
            <a:ext cx="6980401" cy="694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Aft>
                <a:spcPts val="400"/>
              </a:spcAft>
              <a:defRPr sz="16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4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10584" indent="0">
              <a:spcAft>
                <a:spcPts val="400"/>
              </a:spcAft>
              <a:buNone/>
              <a:tabLst/>
              <a:defRPr sz="1200" b="0" i="0">
                <a:latin typeface="Graphik" panose="020B0503030202060203" pitchFamily="34" charset="77"/>
              </a:defRPr>
            </a:lvl3pPr>
            <a:lvl4pPr marL="16933" indent="0">
              <a:buNone/>
              <a:tabLst/>
              <a:defRPr b="0" i="0">
                <a:latin typeface="Graphik" panose="020B0503030202060203" pitchFamily="34" charset="77"/>
              </a:defRPr>
            </a:lvl4pPr>
            <a:lvl5pPr marL="16933" indent="0">
              <a:buNone/>
              <a:tabLst/>
              <a:defRPr b="0" i="0">
                <a:latin typeface="Graphik" panose="020B0503030202060203" pitchFamily="34" charset="77"/>
              </a:defRPr>
            </a:lvl5pPr>
            <a:lvl6pPr>
              <a:defRPr sz="1600" b="0" i="0">
                <a:latin typeface="Graphik" panose="020B0503030202060203" pitchFamily="34" charset="77"/>
              </a:defRPr>
            </a:lvl6pPr>
            <a:lvl7pPr>
              <a:defRPr sz="1200" b="0" i="0">
                <a:latin typeface="Graphik" panose="020B0503030202060203" pitchFamily="34" charset="77"/>
              </a:defRPr>
            </a:lvl7pPr>
            <a:lvl9pPr>
              <a:defRPr sz="12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</p:txBody>
      </p:sp>
    </p:spTree>
    <p:extLst>
      <p:ext uri="{BB962C8B-B14F-4D97-AF65-F5344CB8AC3E}">
        <p14:creationId xmlns:p14="http://schemas.microsoft.com/office/powerpoint/2010/main" val="208052121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gradi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87111667-186F-DD25-9A4B-3608F196AB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2B28B826-EFF3-117E-A205-62F240EBE2CC}"/>
              </a:ext>
            </a:extLst>
          </p:cNvPr>
          <p:cNvSpPr>
            <a:spLocks noGrp="1"/>
          </p:cNvSpPr>
          <p:nvPr>
            <p:ph type="ctrTitle"/>
          </p:nvPr>
        </p:nvSpPr>
        <p:spPr bwMode="white">
          <a:xfrm>
            <a:off x="1182796" y="3776810"/>
            <a:ext cx="5715000" cy="1329595"/>
          </a:xfrm>
          <a:prstGeom prst="rect">
            <a:avLst/>
          </a:prstGeo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31547BE7-16A3-D21E-ADAC-48D17CDF300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182796" y="5219056"/>
            <a:ext cx="5715000" cy="1092845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800" b="0" i="0" spc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pPr marL="0" lv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6C59DBC-B2E5-1892-B37B-68897D1619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9497" y="2433053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08C622A3-6AC3-418E-A8AE-75B117754C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white">
          <a:xfrm>
            <a:off x="10499353" y="5752334"/>
            <a:ext cx="509851" cy="559567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04894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: image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62BA77-FAF3-D3DC-18C0-2C2257012A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772726BC-B615-3428-7DAF-2FCAE36D30B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accent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6" name="GTS_WH">
            <a:extLst>
              <a:ext uri="{FF2B5EF4-FFF2-40B4-BE49-F238E27FC236}">
                <a16:creationId xmlns:a16="http://schemas.microsoft.com/office/drawing/2014/main" id="{B99510A1-6B22-EF9F-A1BE-64088860C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" name="copyright">
            <a:extLst>
              <a:ext uri="{FF2B5EF4-FFF2-40B4-BE49-F238E27FC236}">
                <a16:creationId xmlns:a16="http://schemas.microsoft.com/office/drawing/2014/main" id="{3BFEEF07-2489-1DF1-A61D-F05EF675680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9017E74-C690-EF85-4C2D-25D3ED0FF55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39088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: image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F18E800-DE3F-7813-356B-5ABD491337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352" y="4020089"/>
            <a:ext cx="4205323" cy="787908"/>
          </a:xfrm>
          <a:prstGeom prst="rect">
            <a:avLst/>
          </a:prstGeom>
        </p:spPr>
        <p:txBody>
          <a:bodyPr anchor="b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1" name="Picture Placeholder 18">
            <a:extLst>
              <a:ext uri="{FF2B5EF4-FFF2-40B4-BE49-F238E27FC236}">
                <a16:creationId xmlns:a16="http://schemas.microsoft.com/office/drawing/2014/main" id="{C1C7CFCC-2C79-7017-C82B-A74A2328517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2807" y="549275"/>
            <a:ext cx="6278331" cy="57594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631764B-7AB2-0534-6571-AAD04310DA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4352" y="5080829"/>
            <a:ext cx="4205324" cy="78790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16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823CF50-4615-0652-00EC-47F06086B3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74352" y="2576447"/>
            <a:ext cx="1150956" cy="1231106"/>
          </a:xfrm>
        </p:spPr>
        <p:txBody>
          <a:bodyPr wrap="none" anchor="b">
            <a:spAutoFit/>
          </a:bodyPr>
          <a:lstStyle>
            <a:lvl1pPr>
              <a:defRPr sz="8000">
                <a:latin typeface="+mj-lt"/>
              </a:defRPr>
            </a:lvl1pPr>
          </a:lstStyle>
          <a:p>
            <a:pPr lvl="0"/>
            <a:r>
              <a:rPr lang="pt-BR"/>
              <a:t>##</a:t>
            </a:r>
            <a:endParaRPr lang="en-AR"/>
          </a:p>
        </p:txBody>
      </p:sp>
    </p:spTree>
    <p:extLst>
      <p:ext uri="{BB962C8B-B14F-4D97-AF65-F5344CB8AC3E}">
        <p14:creationId xmlns:p14="http://schemas.microsoft.com/office/powerpoint/2010/main" val="376501052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564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404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dark mode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TS_WH">
            <a:extLst>
              <a:ext uri="{FF2B5EF4-FFF2-40B4-BE49-F238E27FC236}">
                <a16:creationId xmlns:a16="http://schemas.microsoft.com/office/drawing/2014/main" id="{5B94EC14-19BD-4059-DC76-FAB415316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solidFill>
                <a:schemeClr val="accent5"/>
              </a:solidFill>
              <a:latin typeface="Graphik" panose="020B0503030202060203" pitchFamily="34" charset="77"/>
            </a:endParaRPr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7088337-B770-9033-B18E-F20E290B6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B399DA3F-4572-D252-06D8-F77FDA3E4F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6325E3FE-E322-E468-99F4-AB54161673A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05F341DC-1615-BF26-3E11-E7C93BBCA3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46A6073-19DD-BFEA-265B-416448C27FF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C817BB1-741A-B4D2-8998-7808F772A72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81E65BC6-F788-3A86-EAB2-5E9C6AA562A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8A59011-034B-A4E1-6C3C-7B8CC2C9083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7" name="Text Placeholder 9">
            <a:extLst>
              <a:ext uri="{FF2B5EF4-FFF2-40B4-BE49-F238E27FC236}">
                <a16:creationId xmlns:a16="http://schemas.microsoft.com/office/drawing/2014/main" id="{2995DA47-C5B7-57CE-BB2F-D8DF22C66EE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3791AE70-D198-977B-3194-D99863B9AF2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55334FA3-2E0A-0615-2560-B2DC41B4690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5F5DE397-D6A0-D7D6-85BF-7FE7AFED826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E93286B5-3D1C-B060-1798-83F5D175BF0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B84C73AF-390F-770C-CE5B-5193037C14B1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C7D3162B-A725-7B11-308B-B829F919CAF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1036F6C-1EB0-4671-DED0-7D383AB6A05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0C635698-D554-679D-6A5E-E4E69ABF662E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38445449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numbered bullets light mo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215616-27C6-76EE-5488-166BFD012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77491F38-EA5D-D7B9-CAB2-157B785C3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8842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62419F48-27CD-9483-1EC7-3FB199CA40D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57213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08345CBF-50C2-FB65-17ED-3D6DA4271AC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65208" y="1866147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4AFE20C7-1104-B877-56C6-12779547D57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53579" y="1866147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888AF1FA-5C2F-7A4F-3490-6716382D7C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968842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70E8484-BCCD-6724-FC4D-BC84FAAE73C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57213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0F859FF9-60D5-2DBD-4D3D-49BD3A4EC22C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65208" y="2917024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98D04DC-A35C-18BC-A09D-06ED6125A3F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53579" y="2917024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7AC48787-061F-65B7-CA0E-CA985E032C3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68842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40C38646-2C59-7604-F628-AACD4C03C39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7213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08AF3CEC-3718-6D4C-CF1D-F7582BAC713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765208" y="3967901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9BE62818-1BA0-8973-B3E1-B2AA7A6835E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353579" y="3967901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11860888-916F-055D-8C9B-DC5AE56B0E7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68842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6C40C10B-9AA5-FB91-4468-195612A4AAB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57213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87FBBF5-4C4B-2BA9-7671-182C65D1DBA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765208" y="5021786"/>
            <a:ext cx="3226642" cy="485340"/>
          </a:xfrm>
          <a:prstGeom prst="rect">
            <a:avLst/>
          </a:prstGeom>
        </p:spPr>
        <p:txBody>
          <a:bodyPr anchor="t"/>
          <a:lstStyle>
            <a:lvl1pPr>
              <a:spcAft>
                <a:spcPts val="0"/>
              </a:spcAft>
              <a:buNone/>
              <a:defRPr lang="en-US" sz="1200" kern="1200" dirty="0">
                <a:solidFill>
                  <a:srgbClr val="000000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Insert text here</a:t>
            </a:r>
            <a:endParaRPr lang="en-US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E3CD5EEB-45B3-CF04-96A5-62C5367B83C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353579" y="5021786"/>
            <a:ext cx="1163099" cy="393954"/>
          </a:xfrm>
        </p:spPr>
        <p:txBody>
          <a:bodyPr/>
          <a:lstStyle>
            <a:lvl1pPr>
              <a:defRPr lang="en-AR" sz="1600" b="1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AR"/>
              <a:t>##</a:t>
            </a:r>
          </a:p>
        </p:txBody>
      </p:sp>
    </p:spTree>
    <p:extLst>
      <p:ext uri="{BB962C8B-B14F-4D97-AF65-F5344CB8AC3E}">
        <p14:creationId xmlns:p14="http://schemas.microsoft.com/office/powerpoint/2010/main" val="133044225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5E6475EA-05F8-881F-8077-6C5A7024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2" y="1371601"/>
            <a:ext cx="11077726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202251960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: purple">
    <p:bg>
      <p:bgPr>
        <a:solidFill>
          <a:srgbClr val="4500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TS_WH">
            <a:extLst>
              <a:ext uri="{FF2B5EF4-FFF2-40B4-BE49-F238E27FC236}">
                <a16:creationId xmlns:a16="http://schemas.microsoft.com/office/drawing/2014/main" id="{5EFDEB3F-4743-43EA-A121-ED3CB6054C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2BD5E18-7BA8-5728-2FF2-876642FDAD1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77727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chemeClr val="tx1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chemeClr val="tx1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5C11A26-2DA7-C2CB-5CA4-C2226E694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77728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56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1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198A5B9C-C3DA-AD99-4E28-C97B8A81C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3D344E3-E54F-25F8-2F2F-980511EB6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371601"/>
            <a:ext cx="11084673" cy="47577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7F75177E-60CD-488F-76CA-383DF4BA8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29760677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C6DC0A-3CA3-F5A5-5E70-94036764C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EC44ACB-E461-9710-1A88-433105BDF5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latin typeface="Graphik" panose="020B0503030202060203" pitchFamily="34" charset="77"/>
              </a:defRPr>
            </a:lvl1pPr>
            <a:lvl2pPr>
              <a:defRPr sz="1400" b="0" i="0">
                <a:latin typeface="Graphik" panose="020B0503030202060203" pitchFamily="34" charset="77"/>
              </a:defRPr>
            </a:lvl2pPr>
            <a:lvl3pPr>
              <a:defRPr sz="1400" b="0" i="0">
                <a:latin typeface="Graphik" panose="020B0503030202060203" pitchFamily="34" charset="77"/>
              </a:defRPr>
            </a:lvl3pPr>
            <a:lvl4pPr>
              <a:defRPr sz="1050" b="0" i="0">
                <a:latin typeface="Graphik" panose="020B0503030202060203" pitchFamily="34" charset="77"/>
              </a:defRPr>
            </a:lvl4pPr>
            <a:lvl5pPr>
              <a:defRPr sz="105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  <a:lvl7pPr>
              <a:defRPr sz="1100" b="0" i="0">
                <a:latin typeface="Graphik" panose="020B0503030202060203" pitchFamily="34" charset="77"/>
              </a:defRPr>
            </a:lvl7pPr>
            <a:lvl9pPr>
              <a:defRPr sz="1100" b="0" i="0"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</p:spTree>
    <p:extLst>
      <p:ext uri="{BB962C8B-B14F-4D97-AF65-F5344CB8AC3E}">
        <p14:creationId xmlns:p14="http://schemas.microsoft.com/office/powerpoint/2010/main" val="546719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2">
            <a:extLst>
              <a:ext uri="{FF2B5EF4-FFF2-40B4-BE49-F238E27FC236}">
                <a16:creationId xmlns:a16="http://schemas.microsoft.com/office/drawing/2014/main" id="{DB73B016-14F1-76F3-AF33-93292F228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C3F8CBC-7C73-A273-514B-A95005E2DFE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E013B68F-B365-32C6-C8B6-66516407E2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3411" y="1684021"/>
            <a:ext cx="11077727" cy="44453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1pPr>
            <a:lvl2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2pPr>
            <a:lvl3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3pPr>
            <a:lvl4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4pPr>
            <a:lvl5pPr>
              <a:defRPr sz="1050" b="0" i="0">
                <a:solidFill>
                  <a:srgbClr val="FFFFFF"/>
                </a:solidFill>
                <a:latin typeface="Graphik" panose="020B0503030202060203" pitchFamily="34" charset="77"/>
              </a:defRPr>
            </a:lvl5pPr>
            <a:lvl6pPr>
              <a:defRPr sz="1400" b="0" i="0">
                <a:solidFill>
                  <a:srgbClr val="FFFFFF"/>
                </a:solidFill>
                <a:latin typeface="Graphik" panose="020B0503030202060203" pitchFamily="34" charset="77"/>
              </a:defRPr>
            </a:lvl6pPr>
            <a:lvl7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7pPr>
            <a:lvl9pPr>
              <a:defRPr sz="1100" b="0" i="0">
                <a:solidFill>
                  <a:srgbClr val="FFFFFF"/>
                </a:solidFill>
                <a:latin typeface="Graphik" panose="020B0503030202060203" pitchFamily="34" charset="77"/>
              </a:defRPr>
            </a:lvl9pPr>
          </a:lstStyle>
          <a:p>
            <a:pPr lvl="0"/>
            <a:r>
              <a:rPr lang="en-US"/>
              <a:t>First level (bullet)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8"/>
            <a:r>
              <a:rPr lang="en-US"/>
              <a:t>Ninth level (footnotes and citations)</a:t>
            </a:r>
          </a:p>
        </p:txBody>
      </p:sp>
      <p:sp>
        <p:nvSpPr>
          <p:cNvPr id="4" name="GTS_WH">
            <a:extLst>
              <a:ext uri="{FF2B5EF4-FFF2-40B4-BE49-F238E27FC236}">
                <a16:creationId xmlns:a16="http://schemas.microsoft.com/office/drawing/2014/main" id="{BDF14360-0E2D-7FE6-A174-E8EA0610C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4471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9">
          <p15:clr>
            <a:srgbClr val="547EBF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48701463-9442-1142-516A-464964799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6042C45C-90BD-45D8-3274-EC8F9C34884E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371600"/>
            <a:ext cx="5366829" cy="475773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636527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2 columns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4ADD1F44-0234-2D57-4413-4FC6C13C9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3A63DC6-F1D4-F48E-63CC-C7FB269035D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D1F96AC0-D13D-0E71-5754-A36D3204D2C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32746C65-211F-F944-7DC6-636860898795}"/>
              </a:ext>
            </a:extLst>
          </p:cNvPr>
          <p:cNvSpPr>
            <a:spLocks noGrp="1"/>
          </p:cNvSpPr>
          <p:nvPr>
            <p:ph sz="half" idx="27" hasCustomPrompt="1"/>
          </p:nvPr>
        </p:nvSpPr>
        <p:spPr>
          <a:xfrm>
            <a:off x="6274309" y="1844675"/>
            <a:ext cx="5366829" cy="4284663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4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19766795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2E7AEC39-79BA-E7A3-BBD2-6D1623631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4958430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76AA3A1C-64F6-5ED3-5870-9290D090DB5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9" name="Text Placeholder 3a">
            <a:extLst>
              <a:ext uri="{FF2B5EF4-FFF2-40B4-BE49-F238E27FC236}">
                <a16:creationId xmlns:a16="http://schemas.microsoft.com/office/drawing/2014/main" id="{5D9B6009-93F7-0EA3-7688-ED060527BD22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168501"/>
            <a:ext cx="4951564" cy="632327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</a:t>
            </a:r>
            <a:br>
              <a:rPr lang="en-US"/>
            </a:br>
            <a:r>
              <a:rPr lang="en-US"/>
              <a:t>here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DD884840-889C-7E2B-A21E-B460E6632A5E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2857534"/>
            <a:ext cx="4951564" cy="3247991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0AA4D52-B7EF-3A7F-8F6B-EE17D2CD81D7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81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BE54C0EC-61DC-B59E-7818-7970359D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29CD64B-978B-B166-4177-22D54438A4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4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3a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4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61424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408212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08212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3" name="Content Placeholder 7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408212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44675"/>
            <a:ext cx="3393084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301875"/>
            <a:ext cx="3393084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24835"/>
            <a:ext cx="3393084" cy="2761488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lang="en-US" sz="11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marL="11113" lvl="5" indent="0" algn="l" defTabSz="228594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</a:t>
            </a:r>
          </a:p>
        </p:txBody>
      </p:sp>
    </p:spTree>
    <p:extLst>
      <p:ext uri="{BB962C8B-B14F-4D97-AF65-F5344CB8AC3E}">
        <p14:creationId xmlns:p14="http://schemas.microsoft.com/office/powerpoint/2010/main" val="3041270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ADE0ACE9-87AB-DC33-60CB-7857735C0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10921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979C23-8BE9-7323-535F-C9F3337F59E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7772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1844800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2302000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561427" y="3124961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403235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3403235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E79F7D08-14C4-9387-451B-BF223111972A}"/>
              </a:ext>
            </a:extLst>
          </p:cNvPr>
          <p:cNvSpPr>
            <a:spLocks noGrp="1"/>
          </p:cNvSpPr>
          <p:nvPr>
            <p:ph sz="half" idx="36" hasCustomPrompt="1"/>
          </p:nvPr>
        </p:nvSpPr>
        <p:spPr>
          <a:xfrm>
            <a:off x="3403235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6245043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6245043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AD7E4C39-2249-402B-D65E-2FB4E6A324A7}"/>
              </a:ext>
            </a:extLst>
          </p:cNvPr>
          <p:cNvSpPr>
            <a:spLocks noGrp="1"/>
          </p:cNvSpPr>
          <p:nvPr>
            <p:ph sz="half" idx="39" hasCustomPrompt="1"/>
          </p:nvPr>
        </p:nvSpPr>
        <p:spPr>
          <a:xfrm>
            <a:off x="6245043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9086850" y="1844675"/>
            <a:ext cx="2578828" cy="457200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9086850" y="2301875"/>
            <a:ext cx="2578828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6" name="Content Placeholder 5">
            <a:extLst>
              <a:ext uri="{FF2B5EF4-FFF2-40B4-BE49-F238E27FC236}">
                <a16:creationId xmlns:a16="http://schemas.microsoft.com/office/drawing/2014/main" id="{D4259B04-F910-6FD9-9F42-BCED33ECAEA9}"/>
              </a:ext>
            </a:extLst>
          </p:cNvPr>
          <p:cNvSpPr>
            <a:spLocks noGrp="1"/>
          </p:cNvSpPr>
          <p:nvPr>
            <p:ph sz="half" idx="42" hasCustomPrompt="1"/>
          </p:nvPr>
        </p:nvSpPr>
        <p:spPr>
          <a:xfrm>
            <a:off x="9086850" y="3124834"/>
            <a:ext cx="2578828" cy="2761615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100" b="0" i="0">
                <a:latin typeface="Graphik" panose="020B0503030202060203" pitchFamily="34" charset="77"/>
              </a:defRPr>
            </a:lvl5pPr>
            <a:lvl6pPr>
              <a:defRPr sz="9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 </a:t>
            </a:r>
          </a:p>
        </p:txBody>
      </p:sp>
    </p:spTree>
    <p:extLst>
      <p:ext uri="{BB962C8B-B14F-4D97-AF65-F5344CB8AC3E}">
        <p14:creationId xmlns:p14="http://schemas.microsoft.com/office/powerpoint/2010/main" val="3626589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0743A-ADC6-831B-B51D-02359B5DA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R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89688D-4CDD-6E55-2855-3448FFAECBE1}"/>
              </a:ext>
            </a:extLst>
          </p:cNvPr>
          <p:cNvCxnSpPr>
            <a:cxnSpLocks/>
          </p:cNvCxnSpPr>
          <p:nvPr userDrawn="1"/>
        </p:nvCxnSpPr>
        <p:spPr>
          <a:xfrm>
            <a:off x="550863" y="2386126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3AD4217-E551-509C-58B9-B95944CCB63E}"/>
              </a:ext>
            </a:extLst>
          </p:cNvPr>
          <p:cNvCxnSpPr>
            <a:cxnSpLocks/>
          </p:cNvCxnSpPr>
          <p:nvPr userDrawn="1"/>
        </p:nvCxnSpPr>
        <p:spPr>
          <a:xfrm>
            <a:off x="550863" y="3393857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13E1FBEF-5FF1-E9BB-F6B9-7326BB5CB80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609787"/>
            <a:ext cx="4958430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38" name="Text Placeholder 3a">
            <a:extLst>
              <a:ext uri="{FF2B5EF4-FFF2-40B4-BE49-F238E27FC236}">
                <a16:creationId xmlns:a16="http://schemas.microsoft.com/office/drawing/2014/main" id="{B9824907-86E3-1531-50ED-112E1C8CF38B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563411" y="252785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F08F731E-CEF1-4878-3FD0-FAD6C27FD39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43153" y="252528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0" name="Text Placeholder 3a">
            <a:extLst>
              <a:ext uri="{FF2B5EF4-FFF2-40B4-BE49-F238E27FC236}">
                <a16:creationId xmlns:a16="http://schemas.microsoft.com/office/drawing/2014/main" id="{26505188-6359-30FA-BD41-1EE3AE7460F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9948122" y="252785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52" name="Text Placeholder 3a">
            <a:extLst>
              <a:ext uri="{FF2B5EF4-FFF2-40B4-BE49-F238E27FC236}">
                <a16:creationId xmlns:a16="http://schemas.microsoft.com/office/drawing/2014/main" id="{2F8B0EA0-CACA-263A-C93F-CBC13D1410B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75960" y="3541109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C42FCDB-4459-39E5-63C4-5DCECB1F820C}"/>
              </a:ext>
            </a:extLst>
          </p:cNvPr>
          <p:cNvCxnSpPr>
            <a:cxnSpLocks/>
          </p:cNvCxnSpPr>
          <p:nvPr userDrawn="1"/>
        </p:nvCxnSpPr>
        <p:spPr>
          <a:xfrm>
            <a:off x="563412" y="4412630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D9BC5705-EC9D-D2BB-D13E-6DCF41A2CFB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755702" y="3538534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55" name="Text Placeholder 3a">
            <a:extLst>
              <a:ext uri="{FF2B5EF4-FFF2-40B4-BE49-F238E27FC236}">
                <a16:creationId xmlns:a16="http://schemas.microsoft.com/office/drawing/2014/main" id="{63F87C57-352F-9F6B-1FEC-F82F24A89FD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9960671" y="3541109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7691468D-335A-5F09-ECAE-A20FF3432172}"/>
              </a:ext>
            </a:extLst>
          </p:cNvPr>
          <p:cNvCxnSpPr>
            <a:cxnSpLocks/>
          </p:cNvCxnSpPr>
          <p:nvPr userDrawn="1"/>
        </p:nvCxnSpPr>
        <p:spPr>
          <a:xfrm>
            <a:off x="563411" y="5409319"/>
            <a:ext cx="1109027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3a">
            <a:extLst>
              <a:ext uri="{FF2B5EF4-FFF2-40B4-BE49-F238E27FC236}">
                <a16:creationId xmlns:a16="http://schemas.microsoft.com/office/drawing/2014/main" id="{6A205F7E-A1D0-35BC-AC88-4EDB1ABA180C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75959" y="454332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0" name="Text Placeholder 47">
            <a:extLst>
              <a:ext uri="{FF2B5EF4-FFF2-40B4-BE49-F238E27FC236}">
                <a16:creationId xmlns:a16="http://schemas.microsoft.com/office/drawing/2014/main" id="{976843C5-C03A-A8D3-E5FA-0F07BFBDD77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755701" y="454074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1" name="Text Placeholder 3a">
            <a:extLst>
              <a:ext uri="{FF2B5EF4-FFF2-40B4-BE49-F238E27FC236}">
                <a16:creationId xmlns:a16="http://schemas.microsoft.com/office/drawing/2014/main" id="{99F72155-DC8E-FD59-347A-8E42F753924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9960670" y="454332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2" name="Text Placeholder 3a">
            <a:extLst>
              <a:ext uri="{FF2B5EF4-FFF2-40B4-BE49-F238E27FC236}">
                <a16:creationId xmlns:a16="http://schemas.microsoft.com/office/drawing/2014/main" id="{46463B47-CA2F-FBD9-29CC-24F465D0AE42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588508" y="5556571"/>
            <a:ext cx="2510646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64" name="Text Placeholder 47">
            <a:extLst>
              <a:ext uri="{FF2B5EF4-FFF2-40B4-BE49-F238E27FC236}">
                <a16:creationId xmlns:a16="http://schemas.microsoft.com/office/drawing/2014/main" id="{AE0584A6-3ABE-9106-5EC5-8BBE05F01F0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8250" y="5553996"/>
            <a:ext cx="3535873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65" name="Text Placeholder 3a">
            <a:extLst>
              <a:ext uri="{FF2B5EF4-FFF2-40B4-BE49-F238E27FC236}">
                <a16:creationId xmlns:a16="http://schemas.microsoft.com/office/drawing/2014/main" id="{670F6FAD-5A3C-11EB-6E81-8B16B52F81EF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973219" y="5556571"/>
            <a:ext cx="1680467" cy="7323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6044672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pli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0" y="0"/>
            <a:ext cx="4876801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8" y="572600"/>
            <a:ext cx="3984536" cy="78790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55048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accent2"/>
                </a:solidFill>
                <a:latin typeface="+mj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598336"/>
            <a:ext cx="3148429" cy="3512832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CE15062E-1BE5-ECEF-BF47-4CDD412B3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341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895976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lis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61427" y="3998977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61427" y="4456176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B306C-DA4C-EE64-1727-749659F0A7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3411" y="2472896"/>
            <a:ext cx="5171607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lang="en-US" sz="18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</a:lstStyle>
          <a:p>
            <a:pPr marL="0" lvl="0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/>
              <a:t>Place subtitle here in </a:t>
            </a:r>
            <a:r>
              <a:rPr lang="en-GB" err="1"/>
              <a:t>Graphik</a:t>
            </a:r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5BFA1F-5247-B9BC-754B-6AAF3E525A0B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43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97F6A55-E927-3DDC-C6BC-9E4F7D33849E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2843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96A48BF3-8AA9-50DC-49B0-265A2B870BD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5118171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6CA89A9C-8BF9-8CDF-3629-2C1B8ED659BD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5125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DC7DFE68-FFE1-E798-3629-CF0323B2195E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7407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0A5C4BB7-F326-497E-84F9-02B889C225A4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7407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8000A6-6DCD-FF31-392B-5CD7870A0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568" y="1515429"/>
            <a:ext cx="5175672" cy="886396"/>
          </a:xfrm>
        </p:spPr>
        <p:txBody>
          <a:bodyPr anchor="b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783FD05-DB3B-FD57-46A5-ACA36397CBF3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6692901" y="0"/>
            <a:ext cx="5499100" cy="3429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636E3600-1199-1547-D313-449C38319BD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9689427" y="3998851"/>
            <a:ext cx="173125" cy="369332"/>
          </a:xfrm>
          <a:prstGeom prst="rect">
            <a:avLst/>
          </a:prstGeom>
        </p:spPr>
        <p:txBody>
          <a:bodyPr wrap="none" anchor="t">
            <a:spAutoFit/>
          </a:bodyPr>
          <a:lstStyle>
            <a:lvl1pPr marL="0" indent="0">
              <a:spcAft>
                <a:spcPts val="0"/>
              </a:spcAft>
              <a:buNone/>
              <a:defRPr sz="24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3D84B231-1D63-35B5-7ECE-7094A7C3BD42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9689427" y="4456051"/>
            <a:ext cx="1953007" cy="82296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1" i="0">
                <a:latin typeface="Graphik Semibold" panose="020B0503030202060203" pitchFamily="34" charset="77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Place headline here</a:t>
            </a:r>
          </a:p>
        </p:txBody>
      </p:sp>
    </p:spTree>
    <p:extLst>
      <p:ext uri="{BB962C8B-B14F-4D97-AF65-F5344CB8AC3E}">
        <p14:creationId xmlns:p14="http://schemas.microsoft.com/office/powerpoint/2010/main" val="895925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5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xt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9596D82E-71B7-FF51-B8E9-B259B21B6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75770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Text Placeholder 47">
            <a:extLst>
              <a:ext uri="{FF2B5EF4-FFF2-40B4-BE49-F238E27FC236}">
                <a16:creationId xmlns:a16="http://schemas.microsoft.com/office/drawing/2014/main" id="{3269863B-5234-38BF-0D34-E538ACE4EA2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6468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6" name="Text Placeholder 3a">
            <a:extLst>
              <a:ext uri="{FF2B5EF4-FFF2-40B4-BE49-F238E27FC236}">
                <a16:creationId xmlns:a16="http://schemas.microsoft.com/office/drawing/2014/main" id="{FAAE1576-C1B9-0E2B-83B0-F7C54B8589E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556468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17" name="Text Placeholder 47">
            <a:extLst>
              <a:ext uri="{FF2B5EF4-FFF2-40B4-BE49-F238E27FC236}">
                <a16:creationId xmlns:a16="http://schemas.microsoft.com/office/drawing/2014/main" id="{8ED52606-50DB-73E6-95EA-D88B274B22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5240" y="2330533"/>
            <a:ext cx="3148429" cy="734935"/>
          </a:xfrm>
        </p:spPr>
        <p:txBody>
          <a:bodyPr/>
          <a:lstStyle>
            <a:lvl1pPr>
              <a:defRPr lang="en-US" sz="12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AR"/>
          </a:p>
        </p:txBody>
      </p:sp>
      <p:sp>
        <p:nvSpPr>
          <p:cNvPr id="18" name="Text Placeholder 3a">
            <a:extLst>
              <a:ext uri="{FF2B5EF4-FFF2-40B4-BE49-F238E27FC236}">
                <a16:creationId xmlns:a16="http://schemas.microsoft.com/office/drawing/2014/main" id="{AA248D68-4226-2C8B-DAF1-EBBE3A60A940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135240" y="1887912"/>
            <a:ext cx="3148429" cy="256198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600" b="0" i="0">
                <a:solidFill>
                  <a:schemeClr val="bg2"/>
                </a:solidFill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Text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1BFF566D-EEFC-0454-54B0-66CBAB8DA700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B0F19C31-6554-B271-0340-EE09C970123A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558285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1 column +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9917C584-C28F-B584-7B0F-55FA025AE20A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63411" y="1871331"/>
            <a:ext cx="6898434" cy="4258007"/>
          </a:xfrm>
          <a:prstGeom prst="rect">
            <a:avLst/>
          </a:prstGeom>
        </p:spPr>
        <p:txBody>
          <a:bodyPr/>
          <a:lstStyle>
            <a:lvl1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1pPr>
            <a:lvl2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2pPr>
            <a:lvl3pPr>
              <a:spcAft>
                <a:spcPts val="600"/>
              </a:spcAft>
              <a:defRPr sz="1400" b="0" i="0">
                <a:latin typeface="Graphik" panose="020B0503030202060203" pitchFamily="34" charset="77"/>
              </a:defRPr>
            </a:lvl3pPr>
            <a:lvl4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200" b="0" i="0">
                <a:latin typeface="Graphik" panose="020B0503030202060203" pitchFamily="34" charset="77"/>
              </a:defRPr>
            </a:lvl5pPr>
            <a:lvl6pPr>
              <a:defRPr sz="1100" b="0" i="0">
                <a:latin typeface="Graphik" panose="020B0503030202060203" pitchFamily="34" charset="77"/>
              </a:defRPr>
            </a:lvl6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CADDCEF-8841-4D73-EAEB-25E159BD364A}"/>
              </a:ext>
            </a:extLst>
          </p:cNvPr>
          <p:cNvSpPr/>
          <p:nvPr userDrawn="1"/>
        </p:nvSpPr>
        <p:spPr>
          <a:xfrm>
            <a:off x="7839456" y="0"/>
            <a:ext cx="435254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21920" bIns="121920" rtlCol="0" anchor="ctr"/>
          <a:lstStyle/>
          <a:p>
            <a:pPr algn="ctr"/>
            <a:endParaRPr lang="en-US" sz="2400" err="1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5D3D732C-3732-CD02-EAC3-668BD05D5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6898434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47">
            <a:extLst>
              <a:ext uri="{FF2B5EF4-FFF2-40B4-BE49-F238E27FC236}">
                <a16:creationId xmlns:a16="http://schemas.microsoft.com/office/drawing/2014/main" id="{48660C5F-04AB-D437-8D1D-398DD42B665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492709" y="2254789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9" name="Text Placeholder 47">
            <a:extLst>
              <a:ext uri="{FF2B5EF4-FFF2-40B4-BE49-F238E27FC236}">
                <a16:creationId xmlns:a16="http://schemas.microsoft.com/office/drawing/2014/main" id="{87445057-4F7B-3130-60F5-D78783A22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92709" y="3223267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10" name="Text Placeholder 47">
            <a:extLst>
              <a:ext uri="{FF2B5EF4-FFF2-40B4-BE49-F238E27FC236}">
                <a16:creationId xmlns:a16="http://schemas.microsoft.com/office/drawing/2014/main" id="{7153D109-A742-E656-63F7-1203E6EBAA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92709" y="4191745"/>
            <a:ext cx="3148429" cy="399921"/>
          </a:xfrm>
        </p:spPr>
        <p:txBody>
          <a:bodyPr/>
          <a:lstStyle>
            <a:lvl1pPr>
              <a:defRPr lang="en-US" sz="16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styles.</a:t>
            </a:r>
            <a:endParaRPr lang="en-AR"/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C773503D-16B0-06FF-353B-F4C73BE165A6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1" name="slide number automatic">
            <a:extLst>
              <a:ext uri="{FF2B5EF4-FFF2-40B4-BE49-F238E27FC236}">
                <a16:creationId xmlns:a16="http://schemas.microsoft.com/office/drawing/2014/main" id="{922D4837-A73E-8289-1E8F-AD0D5C3080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92450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white mo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50722-1BF3-D08F-D5F2-F357EE4FD5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033307"/>
            <a:ext cx="4489017" cy="39869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1123222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85F087B1-CDA4-427D-C33A-06F752C0B04F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9351" y="549276"/>
            <a:ext cx="6091200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0BE08F-518C-6621-8CFD-4A6B4150B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244185"/>
            <a:ext cx="4489017" cy="39769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CDD1F25F-57C8-B39C-4928-D5758551C5BE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5E3D15D-8C37-9915-8ED3-632625C6F4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912050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: image +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A383F73A-0DDB-6544-ADBF-6FC2D5357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176B75E-8527-3123-1BF5-5C5B849F38C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103368" y="549275"/>
            <a:ext cx="6092648" cy="575945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9A332159-0514-2C2D-4B40-662BCE968BE7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2250694F-F294-16BF-824E-C65B31D7824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292A3-796A-5092-2636-A42C4142BA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1319135"/>
            <a:ext cx="4489017" cy="382704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lang="en-US" sz="3200" b="0" i="0" kern="1200">
                <a:solidFill>
                  <a:schemeClr val="bg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pPr marL="0" lvl="0" indent="0" algn="l" defTabSz="914377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/>
              <a:t>Place quote here</a:t>
            </a:r>
          </a:p>
        </p:txBody>
      </p:sp>
    </p:spTree>
    <p:extLst>
      <p:ext uri="{BB962C8B-B14F-4D97-AF65-F5344CB8AC3E}">
        <p14:creationId xmlns:p14="http://schemas.microsoft.com/office/powerpoint/2010/main" val="2272842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838703"/>
            <a:ext cx="5098087" cy="78790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3" name="Picture Placeholder 18">
            <a:extLst>
              <a:ext uri="{FF2B5EF4-FFF2-40B4-BE49-F238E27FC236}">
                <a16:creationId xmlns:a16="http://schemas.microsoft.com/office/drawing/2014/main" id="{65F763E4-6449-FB61-1EC3-49C208D39C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81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and white blurry background&#10;&#10;AI-generated content may be incorrect.">
            <a:extLst>
              <a:ext uri="{FF2B5EF4-FFF2-40B4-BE49-F238E27FC236}">
                <a16:creationId xmlns:a16="http://schemas.microsoft.com/office/drawing/2014/main" id="{9BD1E420-1BB8-094F-77D8-F027430B1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5522" y="-2667001"/>
            <a:ext cx="6857998" cy="12192000"/>
          </a:xfrm>
          <a:prstGeom prst="rect">
            <a:avLst/>
          </a:prstGeom>
        </p:spPr>
      </p:pic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9AA3B26C-CA7F-B4DF-EE34-75C3462C65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8D5BD53D-6FAE-CF38-36EC-5B6A69250BA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0F9A526-39EE-8272-4753-D784C27C5191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761EBD1-EAAC-E1FA-6310-1DCDC89C84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2005263"/>
            <a:ext cx="5098087" cy="2454788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</p:spTree>
    <p:extLst>
      <p:ext uri="{BB962C8B-B14F-4D97-AF65-F5344CB8AC3E}">
        <p14:creationId xmlns:p14="http://schemas.microsoft.com/office/powerpoint/2010/main" val="21455262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key message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pyright">
            <a:extLst>
              <a:ext uri="{FF2B5EF4-FFF2-40B4-BE49-F238E27FC236}">
                <a16:creationId xmlns:a16="http://schemas.microsoft.com/office/drawing/2014/main" id="{54E44863-5E53-DDCD-5FA5-173816802E74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03B290-6E83-1A46-D0DD-7EDFE2CF4967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9" name="GTS_WH">
            <a:extLst>
              <a:ext uri="{FF2B5EF4-FFF2-40B4-BE49-F238E27FC236}">
                <a16:creationId xmlns:a16="http://schemas.microsoft.com/office/drawing/2014/main" id="{8DE35BA1-021B-C8B8-EEDE-464FB3F9F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39540C7-90CF-ACE6-34AE-174CDEB46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8" y="1941095"/>
            <a:ext cx="5098087" cy="2583124"/>
          </a:xfrm>
          <a:prstGeom prst="rect">
            <a:avLst/>
          </a:prstGeom>
        </p:spPr>
        <p:txBody>
          <a:bodyPr anchor="ctr"/>
          <a:lstStyle>
            <a:lvl1pPr>
              <a:defRPr sz="32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Place quote or key message here</a:t>
            </a:r>
          </a:p>
        </p:txBody>
      </p:sp>
      <p:sp>
        <p:nvSpPr>
          <p:cNvPr id="5" name="Picture Placeholder 18">
            <a:extLst>
              <a:ext uri="{FF2B5EF4-FFF2-40B4-BE49-F238E27FC236}">
                <a16:creationId xmlns:a16="http://schemas.microsoft.com/office/drawing/2014/main" id="{0E1008B6-7792-F7C1-448D-E26EBA7F66E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096001" y="561651"/>
            <a:ext cx="6096000" cy="5747074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tIns="274320" b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449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: light mo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9538720-5D87-005C-9D54-D7F07F69BE61}"/>
              </a:ext>
            </a:extLst>
          </p:cNvPr>
          <p:cNvSpPr txBox="1">
            <a:spLocks/>
          </p:cNvSpPr>
          <p:nvPr userDrawn="1"/>
        </p:nvSpPr>
        <p:spPr>
          <a:xfrm>
            <a:off x="7315200" y="6384001"/>
            <a:ext cx="41148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94">
              <a:spcAft>
                <a:spcPts val="1200"/>
              </a:spcAft>
              <a:defRPr/>
            </a:pPr>
            <a:r>
              <a:rPr lang="en-US" sz="800" b="0" i="0">
                <a:solidFill>
                  <a:schemeClr val="bg1"/>
                </a:solidFill>
                <a:latin typeface="Graphik" panose="020B0503030202060203" pitchFamily="34" charset="77"/>
              </a:rPr>
              <a:t>Copyright © 2025 Accenture. All rights reserved.</a:t>
            </a:r>
          </a:p>
        </p:txBody>
      </p:sp>
      <p:sp>
        <p:nvSpPr>
          <p:cNvPr id="8" name="Slide number automatic">
            <a:extLst>
              <a:ext uri="{FF2B5EF4-FFF2-40B4-BE49-F238E27FC236}">
                <a16:creationId xmlns:a16="http://schemas.microsoft.com/office/drawing/2014/main" id="{4FE121F1-B169-11A8-1F63-C705FECD0AAA}"/>
              </a:ext>
            </a:extLst>
          </p:cNvPr>
          <p:cNvSpPr txBox="1">
            <a:spLocks/>
          </p:cNvSpPr>
          <p:nvPr userDrawn="1"/>
        </p:nvSpPr>
        <p:spPr>
          <a:xfrm>
            <a:off x="11484000" y="6384001"/>
            <a:ext cx="327600" cy="1983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377" rtl="0" eaLnBrk="1" latinLnBrk="0" hangingPunct="1">
              <a:spcAft>
                <a:spcPts val="1200"/>
              </a:spcAft>
              <a:defRPr/>
            </a:pPr>
            <a:fld id="{73F1C454-A9D8-014C-8BFC-BAC2D203B5DF}" type="slidenum">
              <a:rPr lang="en-US" sz="800" b="0" i="0" kern="1200">
                <a:solidFill>
                  <a:schemeClr val="bg1"/>
                </a:solidFill>
                <a:latin typeface="Graphik" panose="020B0503030202060203" pitchFamily="34" charset="77"/>
                <a:ea typeface="+mn-ea"/>
                <a:cs typeface="+mn-cs"/>
              </a:rPr>
              <a:pPr marL="0" algn="r" defTabSz="914377" rtl="0" eaLnBrk="1" latinLnBrk="0" hangingPunct="1">
                <a:spcAft>
                  <a:spcPts val="1200"/>
                </a:spcAft>
                <a:defRPr/>
              </a:pPr>
              <a:t>‹#›</a:t>
            </a:fld>
            <a:endParaRPr lang="en-US" sz="800" b="0" i="0" kern="1200">
              <a:solidFill>
                <a:schemeClr val="bg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74A5B-9D05-0703-63C7-382088724F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3179796"/>
            <a:ext cx="7200000" cy="498406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rgbClr val="000000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</p:spTree>
    <p:extLst>
      <p:ext uri="{BB962C8B-B14F-4D97-AF65-F5344CB8AC3E}">
        <p14:creationId xmlns:p14="http://schemas.microsoft.com/office/powerpoint/2010/main" val="1143801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  <p15:guide id="2" pos="2880">
          <p15:clr>
            <a:srgbClr val="C35EA4"/>
          </p15:clr>
        </p15:guide>
        <p15:guide id="3" orient="horz" pos="2707">
          <p15:clr>
            <a:srgbClr val="C35E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message: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E36F867-B36A-BD05-3724-F673E9B7FF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3638" y="2037347"/>
            <a:ext cx="7200000" cy="2783304"/>
          </a:xfrm>
          <a:prstGeom prst="rect">
            <a:avLst/>
          </a:prstGeom>
        </p:spPr>
        <p:txBody>
          <a:bodyPr anchor="ctr"/>
          <a:lstStyle>
            <a:lvl1pPr algn="l" defTabSz="914377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4000" b="0" i="0" kern="1200">
                <a:solidFill>
                  <a:schemeClr val="tx1"/>
                </a:solidFill>
                <a:latin typeface="GT Sectra Fine Rg" pitchFamily="2" charset="77"/>
                <a:ea typeface="+mj-ea"/>
                <a:cs typeface="+mj-cs"/>
              </a:defRPr>
            </a:lvl1pPr>
          </a:lstStyle>
          <a:p>
            <a:r>
              <a:rPr lang="en-US"/>
              <a:t>Click to edit key message style</a:t>
            </a:r>
          </a:p>
        </p:txBody>
      </p:sp>
      <p:sp>
        <p:nvSpPr>
          <p:cNvPr id="3" name="copyright">
            <a:extLst>
              <a:ext uri="{FF2B5EF4-FFF2-40B4-BE49-F238E27FC236}">
                <a16:creationId xmlns:a16="http://schemas.microsoft.com/office/drawing/2014/main" id="{EEB57D04-C7D4-5631-C9F1-4248B61F9522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6D94838E-FC9B-7D11-0B27-05F3B48DF76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  <p:sp>
        <p:nvSpPr>
          <p:cNvPr id="2" name="GTS_WH">
            <a:extLst>
              <a:ext uri="{FF2B5EF4-FFF2-40B4-BE49-F238E27FC236}">
                <a16:creationId xmlns:a16="http://schemas.microsoft.com/office/drawing/2014/main" id="{881075DF-C9D3-AF39-7015-D15BA74DC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352469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C386F6A9-4F1A-3944-E7D3-E26B3E55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34D946-575C-A63A-1F36-F73012F28CC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bg2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1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122B155-BA05-874A-7587-FD87E46FA2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341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29" name="Picture Placeholder 4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292543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530D0-8A8F-68C0-4E3A-39EE60F2A5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92543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Picture Placeholder 6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28745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220583F-078A-E528-E802-2F888AD1F0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8745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649471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54AA6FC-4B12-B058-1F73-83023D3E1DF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649471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Picture Placeholder 10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011492" y="1991444"/>
            <a:ext cx="1312792" cy="13127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Font typeface="Graphik" panose="020B0604020202020204" pitchFamily="34" charset="0"/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DE7585F8-AF83-86FE-9FDC-FCBB8F0FDCB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11492" y="3648454"/>
            <a:ext cx="1629646" cy="197154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1400" b="0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2pPr>
            <a:lvl3pPr marL="0" indent="0" algn="l">
              <a:spcAft>
                <a:spcPts val="600"/>
              </a:spcAft>
              <a:buNone/>
              <a:defRPr sz="1200" b="0" i="0">
                <a:latin typeface="Graphik" panose="020B0503030202060203" pitchFamily="34" charset="77"/>
              </a:defRPr>
            </a:lvl3pPr>
            <a:lvl4pPr marL="182875" indent="-182875" algn="l">
              <a:spcAft>
                <a:spcPts val="600"/>
              </a:spcAft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Details</a:t>
            </a:r>
          </a:p>
          <a:p>
            <a:pPr lvl="2"/>
            <a:r>
              <a:rPr lang="en-US"/>
              <a:t>More details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333241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  <p15:guide id="2" orient="horz" pos="699">
          <p15:clr>
            <a:srgbClr val="547EBF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564646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4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3569554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57446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8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9579372" y="1744663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0" rIns="0" bIns="0" rtlCol="0" anchor="ctr">
            <a:noAutofit/>
          </a:bodyPr>
          <a:lstStyle>
            <a:lvl1pPr>
              <a:defRPr lang="en-US" i="0">
                <a:latin typeface="Graphik" panose="020B0503030202060203" pitchFamily="34" charset="77"/>
              </a:defRPr>
            </a:lvl1pPr>
          </a:lstStyle>
          <a:p>
            <a:pPr lvl="0" algn="ctr"/>
            <a:r>
              <a:rPr lang="en-GB"/>
              <a:t>Add profile photo</a:t>
            </a:r>
            <a:endParaRPr lang="en-US"/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190AA3D-F653-7DE3-E814-C735080B2FC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4645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845C65E-741B-B706-0B82-1C81A0F6B5D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569554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20C257B-A255-A185-7414-40904B81A8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574463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6CCAA45-3EAB-F22C-1634-630066DF8C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579371" y="3331287"/>
            <a:ext cx="2047984" cy="239785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sz="11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1pPr>
            <a:lvl2pPr marL="0" indent="0">
              <a:spcAft>
                <a:spcPts val="800"/>
              </a:spcAft>
              <a:buNone/>
              <a:defRPr lang="en-US" sz="11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1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600"/>
              </a:spcAft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1017757-DC7D-283B-40ED-71A3ADDFA6E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63944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8" name="Title 2">
            <a:extLst>
              <a:ext uri="{FF2B5EF4-FFF2-40B4-BE49-F238E27FC236}">
                <a16:creationId xmlns:a16="http://schemas.microsoft.com/office/drawing/2014/main" id="{31352EF7-C8C2-5E64-698B-A2C388CB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6" y="572600"/>
            <a:ext cx="11070889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11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8934D7-8F0E-DAC2-009E-72AA89D1034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66FFCC06-23AF-63BD-C570-7D17CA07D430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12A42FC0-DC57-2DAF-9A2D-A7CC2A4D2438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75D1459B-043F-093D-F414-47A4829412A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83C65DB-7D3F-C47F-0688-6ED36B4BC35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4C9ABC01-5EC3-7241-7C4A-88F421331E7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44690F9A-3FD8-58C2-C4B6-728AA0AC2DB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bg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8B4CF385-9FC6-70A9-2E90-C43EAE77F58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A8CE1B5A-4E28-77C8-EB90-DDA864C98EE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D17BC01F-7509-B7D1-2FF2-419E3035A67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B5E87864-3492-16F6-7D53-F48ECFF71B6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0882B210-0FE9-9013-3A4F-EBDFFF0F91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67959CF-959A-6AC4-94D1-25F08AB1C4F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1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BC12817E-BFFB-996F-0414-D71850F8B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1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2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C79C29FA-AFA2-CB0C-7716-CE3754DCAD2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2" y="1109663"/>
            <a:ext cx="11084672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50" name="Title 2">
            <a:extLst>
              <a:ext uri="{FF2B5EF4-FFF2-40B4-BE49-F238E27FC236}">
                <a16:creationId xmlns:a16="http://schemas.microsoft.com/office/drawing/2014/main" id="{D9DE4A47-B387-28A0-0CCF-3D11315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3" name="Picture Placeholder 2">
            <a:extLst>
              <a:ext uri="{FF2B5EF4-FFF2-40B4-BE49-F238E27FC236}">
                <a16:creationId xmlns:a16="http://schemas.microsoft.com/office/drawing/2014/main" id="{B6B30F3E-6876-0883-BD26-A4FC5D74BFEB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4">
            <a:extLst>
              <a:ext uri="{FF2B5EF4-FFF2-40B4-BE49-F238E27FC236}">
                <a16:creationId xmlns:a16="http://schemas.microsoft.com/office/drawing/2014/main" id="{68CBCB53-EDC2-430A-6091-471E4A3C0E6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6">
            <a:extLst>
              <a:ext uri="{FF2B5EF4-FFF2-40B4-BE49-F238E27FC236}">
                <a16:creationId xmlns:a16="http://schemas.microsoft.com/office/drawing/2014/main" id="{637BE686-D971-81F4-FECC-526CEF4F381E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8">
            <a:extLst>
              <a:ext uri="{FF2B5EF4-FFF2-40B4-BE49-F238E27FC236}">
                <a16:creationId xmlns:a16="http://schemas.microsoft.com/office/drawing/2014/main" id="{BA07AFEE-DC74-E7A8-BDBA-BFFE9BF24CD9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10">
            <a:extLst>
              <a:ext uri="{FF2B5EF4-FFF2-40B4-BE49-F238E27FC236}">
                <a16:creationId xmlns:a16="http://schemas.microsoft.com/office/drawing/2014/main" id="{90E75D7F-D480-7A96-4F8E-3631E15DA2AD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183F93F6-A09B-A2EF-64C2-4902846E2410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Text Placeholder 3">
            <a:extLst>
              <a:ext uri="{FF2B5EF4-FFF2-40B4-BE49-F238E27FC236}">
                <a16:creationId xmlns:a16="http://schemas.microsoft.com/office/drawing/2014/main" id="{678182CD-97A5-B632-A606-E290F2E8F00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tx1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4">
            <a:extLst>
              <a:ext uri="{FF2B5EF4-FFF2-40B4-BE49-F238E27FC236}">
                <a16:creationId xmlns:a16="http://schemas.microsoft.com/office/drawing/2014/main" id="{BC20362B-D8E4-FBCA-BA42-83663531AA4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27B74B01-5E96-C593-2AE8-1AC067D6CF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6">
            <a:extLst>
              <a:ext uri="{FF2B5EF4-FFF2-40B4-BE49-F238E27FC236}">
                <a16:creationId xmlns:a16="http://schemas.microsoft.com/office/drawing/2014/main" id="{77DA96FA-342F-3709-1656-B7FC6C905D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3" name="Text Placeholder 7">
            <a:extLst>
              <a:ext uri="{FF2B5EF4-FFF2-40B4-BE49-F238E27FC236}">
                <a16:creationId xmlns:a16="http://schemas.microsoft.com/office/drawing/2014/main" id="{DED6B8B6-1CF0-A57B-C39A-E87D9D3570E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0A4ACC4B-F1AD-98A5-3F4F-0528E81C50E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tx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</p:spTree>
    <p:extLst>
      <p:ext uri="{BB962C8B-B14F-4D97-AF65-F5344CB8AC3E}">
        <p14:creationId xmlns:p14="http://schemas.microsoft.com/office/powerpoint/2010/main" val="10351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2 +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2">
            <a:extLst>
              <a:ext uri="{FF2B5EF4-FFF2-40B4-BE49-F238E27FC236}">
                <a16:creationId xmlns:a16="http://schemas.microsoft.com/office/drawing/2014/main" id="{EE96B902-DA40-F453-88BF-C5A865B07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BAE735C4-1315-5604-E715-00812A7473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3411" y="1109663"/>
            <a:ext cx="11084673" cy="384048"/>
          </a:xfrm>
          <a:prstGeom prst="rect">
            <a:avLst/>
          </a:prstGeo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Place subtitle here in </a:t>
            </a:r>
            <a:r>
              <a:rPr lang="en-GB" err="1"/>
              <a:t>Graphik</a:t>
            </a:r>
            <a:r>
              <a:rPr lang="en-GB"/>
              <a:t> regular</a:t>
            </a:r>
            <a:endParaRPr lang="en-US"/>
          </a:p>
        </p:txBody>
      </p:sp>
      <p:sp>
        <p:nvSpPr>
          <p:cNvPr id="61" name="Picture Placeholder 2">
            <a:extLst>
              <a:ext uri="{FF2B5EF4-FFF2-40B4-BE49-F238E27FC236}">
                <a16:creationId xmlns:a16="http://schemas.microsoft.com/office/drawing/2014/main" id="{F0E9B0EE-00BA-77AC-391E-0B1F0E1E8A9C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420322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91440" tIns="0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8A6DE4FC-AD43-5522-F3DC-8CCFCDC5C1AC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2980178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3" name="Picture Placeholder 6">
            <a:extLst>
              <a:ext uri="{FF2B5EF4-FFF2-40B4-BE49-F238E27FC236}">
                <a16:creationId xmlns:a16="http://schemas.microsoft.com/office/drawing/2014/main" id="{1BD069D5-BE5E-6066-FCA3-0DF229CA234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540034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4" name="Picture Placeholder 8">
            <a:extLst>
              <a:ext uri="{FF2B5EF4-FFF2-40B4-BE49-F238E27FC236}">
                <a16:creationId xmlns:a16="http://schemas.microsoft.com/office/drawing/2014/main" id="{9411D50B-1629-1008-57E7-75FEA9042E4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09989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5" name="Picture Placeholder 10">
            <a:extLst>
              <a:ext uri="{FF2B5EF4-FFF2-40B4-BE49-F238E27FC236}">
                <a16:creationId xmlns:a16="http://schemas.microsoft.com/office/drawing/2014/main" id="{ADF38582-16D1-8220-29AD-F720575DB7C5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659746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97C37837-0060-AD69-31D2-1F8111CE8665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9219600" y="2629388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9144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Text Placeholder 3">
            <a:extLst>
              <a:ext uri="{FF2B5EF4-FFF2-40B4-BE49-F238E27FC236}">
                <a16:creationId xmlns:a16="http://schemas.microsoft.com/office/drawing/2014/main" id="{E38C952C-69EF-B109-2D9A-0E1226273D9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420322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sz="1000" b="1" i="0">
                <a:solidFill>
                  <a:schemeClr val="accent2"/>
                </a:solidFill>
                <a:latin typeface="Graphik Semibold" panose="020B0503030202060203" pitchFamily="34" charset="77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</a:t>
            </a:r>
          </a:p>
          <a:p>
            <a:pPr lvl="1"/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8" name="Text Placeholder 4">
            <a:extLst>
              <a:ext uri="{FF2B5EF4-FFF2-40B4-BE49-F238E27FC236}">
                <a16:creationId xmlns:a16="http://schemas.microsoft.com/office/drawing/2014/main" id="{DE8A2EE3-FD03-89B1-82A0-A678E022E3D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80178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69" name="Text Placeholder 5">
            <a:extLst>
              <a:ext uri="{FF2B5EF4-FFF2-40B4-BE49-F238E27FC236}">
                <a16:creationId xmlns:a16="http://schemas.microsoft.com/office/drawing/2014/main" id="{F179A0E0-1EF9-E854-A005-C3FFC783DAD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40034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0" name="Text Placeholder 6">
            <a:extLst>
              <a:ext uri="{FF2B5EF4-FFF2-40B4-BE49-F238E27FC236}">
                <a16:creationId xmlns:a16="http://schemas.microsoft.com/office/drawing/2014/main" id="{98575771-F64F-E2C2-0963-4F7DA15F533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9989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1" name="Text Placeholder 7">
            <a:extLst>
              <a:ext uri="{FF2B5EF4-FFF2-40B4-BE49-F238E27FC236}">
                <a16:creationId xmlns:a16="http://schemas.microsoft.com/office/drawing/2014/main" id="{6067F82A-448D-AF56-DCF9-8FC95A5EA8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659746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C90D0832-8997-2CF3-4C1C-76EC7DBBE37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219600" y="4101793"/>
            <a:ext cx="1296000" cy="14393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1" i="0" kern="120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0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  <a:p>
            <a:pPr lvl="2"/>
            <a:r>
              <a:rPr lang="en-US"/>
              <a:t>Short bio</a:t>
            </a:r>
          </a:p>
          <a:p>
            <a:pPr lvl="3"/>
            <a:r>
              <a:rPr lang="en-US"/>
              <a:t>Bullet point</a:t>
            </a:r>
          </a:p>
        </p:txBody>
      </p:sp>
      <p:sp>
        <p:nvSpPr>
          <p:cNvPr id="32" name="GTS_WH">
            <a:extLst>
              <a:ext uri="{FF2B5EF4-FFF2-40B4-BE49-F238E27FC236}">
                <a16:creationId xmlns:a16="http://schemas.microsoft.com/office/drawing/2014/main" id="{B49891DC-D80E-4D1B-961E-1B567E0E4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781824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777">
          <p15:clr>
            <a:srgbClr val="C35E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team + column Content: team + column light m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67B8B3ED-3C30-8209-EC37-30BECCCAC6DF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DC7F0577-7039-34CE-9E81-1E1B5179E19A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389183D5-43A1-CED9-DE7A-152AD40F1DB9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DC001A2-2BC9-E92E-1900-07D1D55C8448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D6DEAA1-1809-9174-41B2-A167C7EF0B6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EA45CAC-A034-EBF8-A42A-D240A01CA2B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94B252BC-9982-2E12-F243-0ED078DBC2F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DC6F0EDA-C6BC-1437-B68C-8779352D0B2E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29" name="Title 2">
            <a:extLst>
              <a:ext uri="{FF2B5EF4-FFF2-40B4-BE49-F238E27FC236}">
                <a16:creationId xmlns:a16="http://schemas.microsoft.com/office/drawing/2014/main" id="{B87DF950-8C59-5635-493B-47BF5B6B0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A515A847-B8F1-0835-FEF9-D0644A3666A3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7" name="Picture Placeholder 8">
            <a:extLst>
              <a:ext uri="{FF2B5EF4-FFF2-40B4-BE49-F238E27FC236}">
                <a16:creationId xmlns:a16="http://schemas.microsoft.com/office/drawing/2014/main" id="{AFFDAEDA-7A67-EFF8-97FE-53895BDD7346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8" name="Picture Placeholder 10">
            <a:extLst>
              <a:ext uri="{FF2B5EF4-FFF2-40B4-BE49-F238E27FC236}">
                <a16:creationId xmlns:a16="http://schemas.microsoft.com/office/drawing/2014/main" id="{CDEC200D-4F91-75FF-B3FC-CC83B1D2B426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0C873EF1-166E-2DEB-DEA4-F4E92E72812A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EE6421DF-C4CF-347F-3F9F-B7C15DD342DB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33C744BB-1061-9BD7-2063-D4FC3BA87A0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FB23E977-71EF-1003-3CEF-A8A4D0D7990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3B567A05-2B76-107C-E1AA-BD5AA1C1C532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</p:spTree>
    <p:extLst>
      <p:ext uri="{BB962C8B-B14F-4D97-AF65-F5344CB8AC3E}">
        <p14:creationId xmlns:p14="http://schemas.microsoft.com/office/powerpoint/2010/main" val="34563251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eam + column dark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2">
            <a:extLst>
              <a:ext uri="{FF2B5EF4-FFF2-40B4-BE49-F238E27FC236}">
                <a16:creationId xmlns:a16="http://schemas.microsoft.com/office/drawing/2014/main" id="{AF158A12-E108-974D-4A28-D2DDBC9F2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600"/>
            <a:ext cx="11084672" cy="39395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A02CBC2-D34A-FE3B-A3F7-4E4A194F266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63409" y="1355292"/>
            <a:ext cx="3540355" cy="47579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0" i="0">
                <a:latin typeface="Graphik" panose="020B0503030202060203" pitchFamily="34" charset="77"/>
              </a:defRPr>
            </a:lvl1pPr>
            <a:lvl2pPr>
              <a:defRPr sz="1600" b="0" i="0">
                <a:latin typeface="Graphik" panose="020B0503030202060203" pitchFamily="34" charset="77"/>
              </a:defRPr>
            </a:lvl2pPr>
            <a:lvl3pPr>
              <a:defRPr sz="1600" b="0" i="0">
                <a:latin typeface="Graphik" panose="020B0503030202060203" pitchFamily="34" charset="77"/>
              </a:defRPr>
            </a:lvl3pPr>
            <a:lvl4pPr>
              <a:defRPr sz="1400" b="0" i="0">
                <a:latin typeface="Graphik" panose="020B0503030202060203" pitchFamily="34" charset="77"/>
              </a:defRPr>
            </a:lvl4pPr>
            <a:lvl5pPr>
              <a:defRPr sz="14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59" name="Picture Placeholder 6">
            <a:extLst>
              <a:ext uri="{FF2B5EF4-FFF2-40B4-BE49-F238E27FC236}">
                <a16:creationId xmlns:a16="http://schemas.microsoft.com/office/drawing/2014/main" id="{D9BDCE52-89A2-2B74-090A-1C2EF4190943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4750100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0" name="Picture Placeholder 8">
            <a:extLst>
              <a:ext uri="{FF2B5EF4-FFF2-40B4-BE49-F238E27FC236}">
                <a16:creationId xmlns:a16="http://schemas.microsoft.com/office/drawing/2014/main" id="{719A3D27-6186-F931-9BF2-812767B56DF4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6532027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1" name="Picture Placeholder 10">
            <a:extLst>
              <a:ext uri="{FF2B5EF4-FFF2-40B4-BE49-F238E27FC236}">
                <a16:creationId xmlns:a16="http://schemas.microsoft.com/office/drawing/2014/main" id="{221FD96F-56ED-3F4E-D5EC-ECE899136886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8313954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2" name="Picture Placeholder 12">
            <a:extLst>
              <a:ext uri="{FF2B5EF4-FFF2-40B4-BE49-F238E27FC236}">
                <a16:creationId xmlns:a16="http://schemas.microsoft.com/office/drawing/2014/main" id="{BE2DD9EE-FBA3-C33C-873A-4515866F5D79}"/>
              </a:ext>
            </a:extLst>
          </p:cNvPr>
          <p:cNvSpPr>
            <a:spLocks noGrp="1" noChangeAspect="1"/>
          </p:cNvSpPr>
          <p:nvPr>
            <p:ph type="pic" sz="quarter" idx="18" hasCustomPrompt="1"/>
          </p:nvPr>
        </p:nvSpPr>
        <p:spPr>
          <a:xfrm>
            <a:off x="10095882" y="135529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7" name="Picture Placeholder 6">
            <a:extLst>
              <a:ext uri="{FF2B5EF4-FFF2-40B4-BE49-F238E27FC236}">
                <a16:creationId xmlns:a16="http://schemas.microsoft.com/office/drawing/2014/main" id="{B77582B8-1D1F-CACA-D550-1CD5A949EEA4}"/>
              </a:ext>
            </a:extLst>
          </p:cNvPr>
          <p:cNvSpPr>
            <a:spLocks noGrp="1" noChangeAspect="1"/>
          </p:cNvSpPr>
          <p:nvPr>
            <p:ph type="pic" sz="quarter" idx="53" hasCustomPrompt="1"/>
          </p:nvPr>
        </p:nvSpPr>
        <p:spPr>
          <a:xfrm>
            <a:off x="4750100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8" name="Picture Placeholder 8">
            <a:extLst>
              <a:ext uri="{FF2B5EF4-FFF2-40B4-BE49-F238E27FC236}">
                <a16:creationId xmlns:a16="http://schemas.microsoft.com/office/drawing/2014/main" id="{17E0A0A0-43CE-5971-7C1E-E8F5AFA224E0}"/>
              </a:ext>
            </a:extLst>
          </p:cNvPr>
          <p:cNvSpPr>
            <a:spLocks noGrp="1" noChangeAspect="1"/>
          </p:cNvSpPr>
          <p:nvPr>
            <p:ph type="pic" sz="quarter" idx="54" hasCustomPrompt="1"/>
          </p:nvPr>
        </p:nvSpPr>
        <p:spPr>
          <a:xfrm>
            <a:off x="6532027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69" name="Picture Placeholder 10">
            <a:extLst>
              <a:ext uri="{FF2B5EF4-FFF2-40B4-BE49-F238E27FC236}">
                <a16:creationId xmlns:a16="http://schemas.microsoft.com/office/drawing/2014/main" id="{40572D3B-08EC-27FB-6A1E-C67DB00074BA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8313954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D5EF76A9-F22D-ED1F-C0F0-815EF85BAB71}"/>
              </a:ext>
            </a:extLst>
          </p:cNvPr>
          <p:cNvSpPr>
            <a:spLocks noGrp="1" noChangeAspect="1"/>
          </p:cNvSpPr>
          <p:nvPr>
            <p:ph type="pic" sz="quarter" idx="56" hasCustomPrompt="1"/>
          </p:nvPr>
        </p:nvSpPr>
        <p:spPr>
          <a:xfrm>
            <a:off x="10095882" y="3828822"/>
            <a:ext cx="1180800" cy="1180800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vert="horz" lIns="0" tIns="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EDE1E1C-A17A-6673-F251-3E95D2B9A94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751160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EEB75AE2-2832-8C3E-9FFF-A5DFC859EF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2027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89767B47-D047-556C-4306-FDB23A31369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313954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FA34033-541B-ACBB-7450-5B6532CB8D0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095882" y="269322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C7EC0A-DE98-38CE-AFC3-B90030BE5ED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751160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0A955C-7D16-1E89-F214-1FE4ABD4D8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32027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62963-2880-9DF0-CBA4-3B8CB37B8C6B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313954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61BD90B-C753-B163-80B8-1E78E44062C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0095882" y="5166757"/>
            <a:ext cx="1384618" cy="60130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Aft>
                <a:spcPts val="0"/>
              </a:spcAft>
              <a:buFont typeface="Graphik" panose="020B0604020202020204" pitchFamily="34" charset="0"/>
              <a:buNone/>
              <a:defRPr lang="en-US" sz="1000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 marL="0" indent="0">
              <a:spcAft>
                <a:spcPts val="800"/>
              </a:spcAft>
              <a:buNone/>
              <a:defRPr lang="en-US" sz="10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267"/>
              </a:spcAft>
              <a:buNone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3pPr>
            <a:lvl4pPr marL="182875" indent="-182875">
              <a:spcAft>
                <a:spcPts val="267"/>
              </a:spcAft>
              <a:buFont typeface="Graphik" panose="020B0604020202020204" pitchFamily="34" charset="0"/>
              <a:buChar char="•"/>
              <a:defRPr sz="1200" b="0" i="0">
                <a:solidFill>
                  <a:schemeClr val="tx1"/>
                </a:solidFill>
                <a:latin typeface="Graphik" panose="020B0503030202060203" pitchFamily="34" charset="77"/>
              </a:defRPr>
            </a:lvl4pPr>
            <a:lvl5pPr>
              <a:spcAft>
                <a:spcPts val="600"/>
              </a:spcAft>
              <a:defRPr sz="1600"/>
            </a:lvl5pPr>
          </a:lstStyle>
          <a:p>
            <a:pPr marL="0" lvl="0" indent="0" algn="l" defTabSz="228594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First name</a:t>
            </a:r>
          </a:p>
          <a:p>
            <a:pPr marL="0" lvl="1" indent="0" algn="l" defTabSz="228594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Font typeface="Arial" panose="020B0604020202020204" pitchFamily="34" charset="0"/>
              <a:buNone/>
            </a:pPr>
            <a:r>
              <a:rPr lang="en-US"/>
              <a:t>Surname or Role</a:t>
            </a:r>
          </a:p>
        </p:txBody>
      </p:sp>
      <p:sp>
        <p:nvSpPr>
          <p:cNvPr id="11" name="GTS_Purple">
            <a:extLst>
              <a:ext uri="{FF2B5EF4-FFF2-40B4-BE49-F238E27FC236}">
                <a16:creationId xmlns:a16="http://schemas.microsoft.com/office/drawing/2014/main" id="{B69C02E9-D221-652D-E7A0-F40E48E0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chemeClr val="tx1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14855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olumn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4567" y="1608762"/>
            <a:ext cx="4684835" cy="46999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549276"/>
            <a:ext cx="5541431" cy="575945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i="0" kern="1200" dirty="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A5DA1A25-51CF-5AD1-5E56-0DCBF1E1C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467" y="572599"/>
            <a:ext cx="4684836" cy="91683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32412D-AD03-BACB-C691-EC79CDF8A06A}"/>
              </a:ext>
            </a:extLst>
          </p:cNvPr>
          <p:cNvSpPr txBox="1"/>
          <p:nvPr userDrawn="1"/>
        </p:nvSpPr>
        <p:spPr>
          <a:xfrm>
            <a:off x="5618375" y="268663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23825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C6C9FFF-540B-B570-4E7C-61946F9149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099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45230204-CC18-5C95-0BFC-9C8E11430B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5" name="copyright">
            <a:extLst>
              <a:ext uri="{FF2B5EF4-FFF2-40B4-BE49-F238E27FC236}">
                <a16:creationId xmlns:a16="http://schemas.microsoft.com/office/drawing/2014/main" id="{2474523B-1F34-A604-B640-C5B887005C9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28236719-F299-27AE-8104-D07B5280084D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513283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column + image, dark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E89B75D-7DDF-ED09-FE69-8B56D6AED9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33256" y="1354138"/>
            <a:ext cx="4595950" cy="1034129"/>
          </a:xfrm>
          <a:prstGeom prst="rect">
            <a:avLst/>
          </a:prstGeom>
        </p:spPr>
        <p:txBody>
          <a:bodyPr anchor="b"/>
          <a:lstStyle>
            <a:lvl1pPr>
              <a:defRPr sz="4200"/>
            </a:lvl1pPr>
          </a:lstStyle>
          <a:p>
            <a:r>
              <a:rPr lang="en-GB"/>
              <a:t>Click to edit Section title style</a:t>
            </a:r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B4655C9C-EA3F-C392-C162-DB5AFB91842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33256" y="2662862"/>
            <a:ext cx="4684835" cy="35982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18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  <a:lvl2pPr marL="228594" indent="-228594">
              <a:buFont typeface="Graphik" panose="020B0604020202020204" pitchFamily="34" charset="0"/>
              <a:buChar char="•"/>
              <a:defRPr sz="1200" b="0" i="0">
                <a:latin typeface="Graphik" panose="020B0503030202060203" pitchFamily="34" charset="77"/>
              </a:defRPr>
            </a:lvl2pPr>
            <a:lvl3pPr marL="457189">
              <a:buFont typeface="Graphik" panose="020B0503030202060203" pitchFamily="34" charset="0"/>
              <a:buChar char="–"/>
              <a:defRPr sz="1200" b="0" i="0">
                <a:latin typeface="Graphik" panose="020B0503030202060203" pitchFamily="34" charset="77"/>
              </a:defRPr>
            </a:lvl3pPr>
            <a:lvl4pPr marL="685783">
              <a:buFont typeface="Graphik" panose="020B0604020202020204" pitchFamily="34" charset="0"/>
              <a:buChar char="•"/>
              <a:defRPr sz="1100" b="0" i="0">
                <a:latin typeface="Graphik" panose="020B0503030202060203" pitchFamily="34" charset="77"/>
              </a:defRPr>
            </a:lvl4pPr>
            <a:lvl5pPr marL="914377">
              <a:buFont typeface="Graphik" panose="020B0503030202060203" pitchFamily="34" charset="0"/>
              <a:buChar char="–"/>
              <a:defRPr sz="1100" b="0" i="0">
                <a:latin typeface="Graphik" panose="020B0503030202060203" pitchFamily="34" charset="77"/>
              </a:defRPr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</a:t>
            </a:r>
            <a:r>
              <a:rPr lang="en-GB" err="1"/>
              <a:t>Graphik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</p:txBody>
      </p:sp>
      <p:sp>
        <p:nvSpPr>
          <p:cNvPr id="4" name="Picture Placeholder 35">
            <a:extLst>
              <a:ext uri="{FF2B5EF4-FFF2-40B4-BE49-F238E27FC236}">
                <a16:creationId xmlns:a16="http://schemas.microsoft.com/office/drawing/2014/main" id="{E30B0B1B-B70F-0FD3-F9A3-B0EE6C801E7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549275"/>
            <a:ext cx="6007100" cy="5561126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lIns="0" tIns="210312"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3" name="GTS_WH">
            <a:extLst>
              <a:ext uri="{FF2B5EF4-FFF2-40B4-BE49-F238E27FC236}">
                <a16:creationId xmlns:a16="http://schemas.microsoft.com/office/drawing/2014/main" id="{717D1E3E-BD53-CBF3-62AF-19504EE81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6" name="copyright">
            <a:extLst>
              <a:ext uri="{FF2B5EF4-FFF2-40B4-BE49-F238E27FC236}">
                <a16:creationId xmlns:a16="http://schemas.microsoft.com/office/drawing/2014/main" id="{71CDECC6-DEE3-D5F7-A7C8-D4473D9F4F71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rgbClr val="FFFFFF">
                    <a:alpha val="75000"/>
                  </a:srgb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rgbClr val="FFFFFF">
                  <a:alpha val="75000"/>
                </a:srgb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829128A2-7647-DB1F-6198-C2A2C402A7B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rgbClr val="FFFFFF">
                    <a:alpha val="75000"/>
                  </a:srgb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rgbClr val="FFFFFF">
                  <a:alpha val="75000"/>
                </a:srgb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8589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custom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>
            <a:extLst>
              <a:ext uri="{FF2B5EF4-FFF2-40B4-BE49-F238E27FC236}">
                <a16:creationId xmlns:a16="http://schemas.microsoft.com/office/drawing/2014/main" id="{9BDC0A4D-E346-3CCE-788C-9669BEFC9B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569" y="1351442"/>
            <a:ext cx="4118519" cy="1772793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Section title style</a:t>
            </a:r>
          </a:p>
        </p:txBody>
      </p:sp>
      <p:sp>
        <p:nvSpPr>
          <p:cNvPr id="18" name="Picture Placeholder 18">
            <a:extLst>
              <a:ext uri="{FF2B5EF4-FFF2-40B4-BE49-F238E27FC236}">
                <a16:creationId xmlns:a16="http://schemas.microsoft.com/office/drawing/2014/main" id="{D9945356-3D82-526D-F3EC-EF9A544BCDC7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5040827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602F9E-5DF1-F42B-7D21-8791F0ABAE8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068197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0" name="Picture Placeholder 18">
            <a:extLst>
              <a:ext uri="{FF2B5EF4-FFF2-40B4-BE49-F238E27FC236}">
                <a16:creationId xmlns:a16="http://schemas.microsoft.com/office/drawing/2014/main" id="{043D01E8-2D14-8582-D392-AC17CD2A4198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8516471" y="554497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286CD00-6CFB-20C2-A09E-D720E036052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8516471" y="2302697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0" name="Picture Placeholder 18">
            <a:extLst>
              <a:ext uri="{FF2B5EF4-FFF2-40B4-BE49-F238E27FC236}">
                <a16:creationId xmlns:a16="http://schemas.microsoft.com/office/drawing/2014/main" id="{5552C60D-F6B3-15A8-3518-C6B4BC2F4D3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040827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C3EB0FF-A89F-1F16-2674-8CA149E690B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5068197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8BB12B5F-02FD-86E4-33E5-F8118970C9C9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8516471" y="3650689"/>
            <a:ext cx="3110068" cy="1524000"/>
          </a:xfrm>
          <a:prstGeom prst="rect">
            <a:avLst/>
          </a:prstGeom>
          <a:solidFill>
            <a:schemeClr val="bg1">
              <a:lumMod val="95000"/>
            </a:schemeClr>
          </a:solidFill>
          <a:effectLst/>
        </p:spPr>
        <p:txBody>
          <a:bodyPr lIns="180000" tIns="180000" rIns="180000" bIns="1800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CFC039C-2FE3-6F68-1711-363159A29E2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16471" y="5404111"/>
            <a:ext cx="3082698" cy="904614"/>
          </a:xfrm>
        </p:spPr>
        <p:txBody>
          <a:bodyPr/>
          <a:lstStyle>
            <a:lvl1pPr>
              <a:defRPr>
                <a:solidFill>
                  <a:schemeClr val="bg2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668212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light and pur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292575" cy="984885"/>
          </a:xfrm>
          <a:prstGeom prst="rect">
            <a:avLst/>
          </a:prstGeom>
        </p:spPr>
        <p:txBody>
          <a:bodyPr anchor="ctr"/>
          <a:lstStyle>
            <a:lvl1pPr>
              <a:defRPr sz="4000"/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0"/>
            <a:ext cx="3048024" cy="30894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5" y="319269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E13751C-7DFF-BC74-C2E3-F873D7210D7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89456"/>
            <a:ext cx="3048000" cy="303988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89456"/>
            <a:ext cx="3047968" cy="303988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solidFill>
                <a:srgbClr val="FFFFFF"/>
              </a:solidFill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CEAEA-C612-CFB5-8548-FA7A606FA7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C15EB609-6106-F616-161A-9233408C623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89456"/>
            <a:ext cx="3047944" cy="303988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DB439E6-E715-1347-EEE3-DF2D5F246A0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8" name="Bottom tag">
            <a:extLst>
              <a:ext uri="{FF2B5EF4-FFF2-40B4-BE49-F238E27FC236}">
                <a16:creationId xmlns:a16="http://schemas.microsoft.com/office/drawing/2014/main" id="{F77F3A03-358C-60D3-DCF9-8A5F83118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2" name="GTS_WH">
            <a:extLst>
              <a:ext uri="{FF2B5EF4-FFF2-40B4-BE49-F238E27FC236}">
                <a16:creationId xmlns:a16="http://schemas.microsoft.com/office/drawing/2014/main" id="{DBC74FCB-98B7-4709-AC5F-5575E6BA2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281AFB62-DF00-C781-B194-BA35B5F26EDD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5A95B4E2-055A-BEE2-36E8-45DD70D13404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714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statistics + image, dark and purp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BB918B6-32FF-4857-A645-C1032AFAE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1601" y="1085532"/>
            <a:ext cx="5312727" cy="984885"/>
          </a:xfrm>
          <a:prstGeom prst="rect">
            <a:avLst/>
          </a:prstGeom>
        </p:spPr>
        <p:txBody>
          <a:bodyPr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Place headline in </a:t>
            </a:r>
            <a:r>
              <a:rPr lang="en-US" err="1"/>
              <a:t>Graphik</a:t>
            </a:r>
            <a:r>
              <a:rPr lang="en-US"/>
              <a:t> Semibold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6032" y="-1"/>
            <a:ext cx="3048024" cy="30740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27432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10" y="303835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02CA0A6-65B9-D658-1AEC-00085854F84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525004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074022"/>
            <a:ext cx="3048000" cy="30553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ctr">
            <a:noAutofit/>
          </a:bodyPr>
          <a:lstStyle>
            <a:lvl1pPr marL="0" indent="0" algn="ctr">
              <a:buNone/>
              <a:defRPr lang="en-US" sz="1400" b="0" i="0" dirty="0">
                <a:latin typeface="Graphik" panose="020B0503030202060203" pitchFamily="34" charset="77"/>
              </a:defRPr>
            </a:lvl1pPr>
          </a:lstStyle>
          <a:p>
            <a:pPr marL="228594" lvl="0" indent="-228594" algn="ctr"/>
            <a:r>
              <a:rPr lang="en-GB"/>
              <a:t>Drag picture to placeholder </a:t>
            </a:r>
          </a:p>
          <a:p>
            <a:pPr marL="228594" lvl="0" indent="-228594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3048000" y="3074022"/>
            <a:ext cx="3047968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0" i="0" kern="1200" dirty="0">
                <a:solidFill>
                  <a:schemeClr val="bg1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FC923C6-9E63-5C37-D6CE-0C0C7F31BA1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28948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9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9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8E3ED24E-CC9B-F99D-ABD2-271CAAC31C7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476916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9144056" y="3074022"/>
            <a:ext cx="3047944" cy="3055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5" y="3384433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sz="5333" b="1" i="0" kern="1200" dirty="0">
                <a:solidFill>
                  <a:srgbClr val="FFFFFF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B939A4D-3841-382E-4112-16375BBF9CD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525004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GTS_WH">
            <a:extLst>
              <a:ext uri="{FF2B5EF4-FFF2-40B4-BE49-F238E27FC236}">
                <a16:creationId xmlns:a16="http://schemas.microsoft.com/office/drawing/2014/main" id="{E60B30CA-91CE-53D4-4E41-25E962661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12" name="copyright">
            <a:extLst>
              <a:ext uri="{FF2B5EF4-FFF2-40B4-BE49-F238E27FC236}">
                <a16:creationId xmlns:a16="http://schemas.microsoft.com/office/drawing/2014/main" id="{C6DCEC7C-94EF-9488-4BC9-3AC6108281E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13" name="slide number automatic">
            <a:extLst>
              <a:ext uri="{FF2B5EF4-FFF2-40B4-BE49-F238E27FC236}">
                <a16:creationId xmlns:a16="http://schemas.microsoft.com/office/drawing/2014/main" id="{DFF01EE3-5EDD-45BD-F1D7-076E2C959DD2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210808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light mo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DD3BC9E6-13A7-8817-A32A-4CC03E87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C27019-ACF1-C483-EFEB-3CC77DD9EFC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9A7B63BD-36F9-7F57-E2CF-44D615E0F8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970BA5E-9C63-BA7D-B45C-5186452F240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 algn="l" fontAlgn="ctr" hangingPunct="0">
              <a:spcAft>
                <a:spcPts val="0"/>
              </a:spcAft>
              <a:buNone/>
              <a:defRPr lang="en-US" sz="5333" b="1" i="0" kern="1200" dirty="0">
                <a:solidFill>
                  <a:schemeClr val="bg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FAE69D-63C7-3796-16D2-0EA82AB2766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/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3pPr>
            <a:lvl4pPr marL="230394" indent="-230394">
              <a:spcAft>
                <a:spcPts val="600"/>
              </a:spcAft>
              <a:defRPr sz="1200"/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35">
            <a:extLst>
              <a:ext uri="{FF2B5EF4-FFF2-40B4-BE49-F238E27FC236}">
                <a16:creationId xmlns:a16="http://schemas.microsoft.com/office/drawing/2014/main" id="{EF1A1C24-C0B7-DF19-B492-C0ED29CE9AF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Bottom tag">
            <a:extLst>
              <a:ext uri="{FF2B5EF4-FFF2-40B4-BE49-F238E27FC236}">
                <a16:creationId xmlns:a16="http://schemas.microsoft.com/office/drawing/2014/main" id="{5F2E67CA-5DA7-3CD1-C175-808A139DD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sp>
        <p:nvSpPr>
          <p:cNvPr id="2" name="copyright">
            <a:extLst>
              <a:ext uri="{FF2B5EF4-FFF2-40B4-BE49-F238E27FC236}">
                <a16:creationId xmlns:a16="http://schemas.microsoft.com/office/drawing/2014/main" id="{B51A4FC9-6DF5-ABE3-94E1-8598B7A527EA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5" name="slide number automatic">
            <a:extLst>
              <a:ext uri="{FF2B5EF4-FFF2-40B4-BE49-F238E27FC236}">
                <a16:creationId xmlns:a16="http://schemas.microsoft.com/office/drawing/2014/main" id="{C826E34F-821D-D174-AEA1-2830AED1A7A3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3" name="GTS_WH">
            <a:extLst>
              <a:ext uri="{FF2B5EF4-FFF2-40B4-BE49-F238E27FC236}">
                <a16:creationId xmlns:a16="http://schemas.microsoft.com/office/drawing/2014/main" id="{8F51FE85-6E94-3AD8-FB82-A8BAB773D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394758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: statistics dark  mo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0352A97-ED89-7C2F-0063-10DA374CB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376463"/>
            <a:ext cx="2285999" cy="93143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533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6B6460F-92C4-7868-A99F-7C747B3900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71503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5" y="381002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EAF65655-CFF6-96F8-B90D-8BE8496D680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28995" y="1472692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1503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4F0D47A-40F3-3312-FD52-DB56907BD07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1503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5" y="3398051"/>
            <a:ext cx="2285996" cy="912223"/>
          </a:xfrm>
          <a:prstGeom prst="rect">
            <a:avLst/>
          </a:prstGeom>
        </p:spPr>
        <p:txBody>
          <a:bodyPr anchor="ctr"/>
          <a:lstStyle>
            <a:lvl1pPr marL="0" indent="0">
              <a:spcAft>
                <a:spcPts val="0"/>
              </a:spcAft>
              <a:buNone/>
              <a:defRPr lang="en-US" sz="5333" b="1" i="0" kern="1200" dirty="0">
                <a:solidFill>
                  <a:schemeClr val="accent2"/>
                </a:solidFill>
                <a:latin typeface="Graphik Semibold" panose="020B0503030202060203" pitchFamily="34" charset="77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594" lvl="0" indent="-228594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6AFAE1-C867-607D-7626-06B37DD893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28995" y="4508500"/>
            <a:ext cx="2286000" cy="1439333"/>
          </a:xfrm>
        </p:spPr>
        <p:txBody>
          <a:bodyPr/>
          <a:lstStyle>
            <a:lvl1pPr>
              <a:spcAft>
                <a:spcPts val="600"/>
              </a:spcAft>
              <a:defRPr sz="1800" i="0">
                <a:solidFill>
                  <a:srgbClr val="FFFFFF"/>
                </a:solidFill>
                <a:latin typeface="+mj-lt"/>
              </a:defRPr>
            </a:lvl1pPr>
            <a:lvl2pPr marL="0" indent="0">
              <a:spcAft>
                <a:spcPts val="600"/>
              </a:spcAft>
              <a:buNone/>
              <a:defRPr sz="1200">
                <a:solidFill>
                  <a:srgbClr val="FFFFFF"/>
                </a:solidFill>
              </a:defRPr>
            </a:lvl2pPr>
            <a:lvl3pPr marL="230394" indent="-2303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3pPr>
            <a:lvl4pPr marL="230394" indent="-230394">
              <a:spcAft>
                <a:spcPts val="600"/>
              </a:spcAft>
              <a:defRPr sz="1200">
                <a:solidFill>
                  <a:srgbClr val="FFFFFF"/>
                </a:solidFill>
              </a:defRPr>
            </a:lvl4pPr>
            <a:lvl5pPr marL="230394" indent="-228594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200">
                <a:solidFill>
                  <a:srgbClr val="FFFFFF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1293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tIns="457200" anchor="ctr"/>
          <a:lstStyle>
            <a:lvl1pPr marL="0" indent="0" algn="ctr">
              <a:buNone/>
              <a:defRPr sz="1400" b="0" i="0">
                <a:solidFill>
                  <a:schemeClr val="tx1"/>
                </a:solidFill>
                <a:latin typeface="Graphik" panose="020B0503030202060203" pitchFamily="34" charset="77"/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3076800"/>
            <a:ext cx="6096008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143247" y="-1"/>
            <a:ext cx="0" cy="619200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Bottom tag">
            <a:extLst>
              <a:ext uri="{FF2B5EF4-FFF2-40B4-BE49-F238E27FC236}">
                <a16:creationId xmlns:a16="http://schemas.microsoft.com/office/drawing/2014/main" id="{C7D43BFE-04FF-915B-AF75-EF92EB85E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6129340"/>
            <a:ext cx="12192000" cy="72866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 b="0" i="0">
              <a:latin typeface="Graphik" panose="020B0503030202060203" pitchFamily="34" charset="77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50DFD68-7311-16D8-3418-1A322FD33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24800"/>
            <a:ext cx="12192000" cy="0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pyright">
            <a:extLst>
              <a:ext uri="{FF2B5EF4-FFF2-40B4-BE49-F238E27FC236}">
                <a16:creationId xmlns:a16="http://schemas.microsoft.com/office/drawing/2014/main" id="{6F38CEE2-3D5C-A0E3-1BE3-09AB0AC2546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bg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6" name="slide number automatic">
            <a:extLst>
              <a:ext uri="{FF2B5EF4-FFF2-40B4-BE49-F238E27FC236}">
                <a16:creationId xmlns:a16="http://schemas.microsoft.com/office/drawing/2014/main" id="{FC53484B-EB21-70B6-32DD-8344CAE70A1C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bg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bg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12" name="GTS_WH">
            <a:extLst>
              <a:ext uri="{FF2B5EF4-FFF2-40B4-BE49-F238E27FC236}">
                <a16:creationId xmlns:a16="http://schemas.microsoft.com/office/drawing/2014/main" id="{2DFC2805-A4A5-BE1F-72EF-71C8FE15A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6283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alutation: gradi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1E54F49D-2B2F-7CDD-DC94-B6FF9A694B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7000" y="-2667000"/>
            <a:ext cx="6858000" cy="12192000"/>
          </a:xfrm>
          <a:prstGeom prst="rect">
            <a:avLst/>
          </a:prstGeom>
        </p:spPr>
      </p:pic>
      <p:sp>
        <p:nvSpPr>
          <p:cNvPr id="2" name="copyright">
            <a:extLst>
              <a:ext uri="{FF2B5EF4-FFF2-40B4-BE49-F238E27FC236}">
                <a16:creationId xmlns:a16="http://schemas.microsoft.com/office/drawing/2014/main" id="{8F090878-FDCB-E32E-7E4D-4A1D113FA508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4" name="slide number automatic">
            <a:extLst>
              <a:ext uri="{FF2B5EF4-FFF2-40B4-BE49-F238E27FC236}">
                <a16:creationId xmlns:a16="http://schemas.microsoft.com/office/drawing/2014/main" id="{6DD78C6E-A2CA-C7D3-D53E-97A08AAAEAD8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72D35A-1963-BF72-AA80-2201D2B01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6046527" cy="984885"/>
          </a:xfrm>
          <a:prstGeom prst="rect">
            <a:avLst/>
          </a:prstGeom>
        </p:spPr>
        <p:txBody>
          <a:bodyPr wrap="none" anchor="ctr"/>
          <a:lstStyle>
            <a:lvl1pPr algn="l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GTS_WH">
            <a:extLst>
              <a:ext uri="{FF2B5EF4-FFF2-40B4-BE49-F238E27FC236}">
                <a16:creationId xmlns:a16="http://schemas.microsoft.com/office/drawing/2014/main" id="{79093C77-020A-31D2-4F4F-DA77DEFA8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561601" y="6384000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72060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utation: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406901E-2FDA-B887-CCF5-FADFC0C3B9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99460"/>
            <a:ext cx="4895849" cy="984885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salutation style</a:t>
            </a:r>
            <a:endParaRPr lang="en-US"/>
          </a:p>
        </p:txBody>
      </p:sp>
      <p:pic>
        <p:nvPicPr>
          <p:cNvPr id="2" name="GT white">
            <a:extLst>
              <a:ext uri="{FF2B5EF4-FFF2-40B4-BE49-F238E27FC236}">
                <a16:creationId xmlns:a16="http://schemas.microsoft.com/office/drawing/2014/main" id="{64951822-2C90-C040-C685-A9310D236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3638" y="5459982"/>
            <a:ext cx="609857" cy="669356"/>
          </a:xfrm>
          <a:prstGeom prst="rect">
            <a:avLst/>
          </a:prstGeom>
        </p:spPr>
      </p:pic>
      <p:sp>
        <p:nvSpPr>
          <p:cNvPr id="4" name="copyright">
            <a:extLst>
              <a:ext uri="{FF2B5EF4-FFF2-40B4-BE49-F238E27FC236}">
                <a16:creationId xmlns:a16="http://schemas.microsoft.com/office/drawing/2014/main" id="{5D5952F7-6C63-8F87-4E22-999BB41F26C3}"/>
              </a:ext>
            </a:extLst>
          </p:cNvPr>
          <p:cNvSpPr txBox="1"/>
          <p:nvPr userDrawn="1"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85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7" name="slide number automatic">
            <a:extLst>
              <a:ext uri="{FF2B5EF4-FFF2-40B4-BE49-F238E27FC236}">
                <a16:creationId xmlns:a16="http://schemas.microsoft.com/office/drawing/2014/main" id="{540D3C9F-6433-4B02-3A65-24CE972551FF}"/>
              </a:ext>
            </a:extLst>
          </p:cNvPr>
          <p:cNvSpPr txBox="1"/>
          <p:nvPr userDrawn="1"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85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85000"/>
                  <a:alpha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69190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C35EA4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9530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21" Type="http://schemas.openxmlformats.org/officeDocument/2006/relationships/image" Target="../media/image7.png"/><Relationship Id="rId22" Type="http://schemas.openxmlformats.org/officeDocument/2006/relationships/image" Target="../media/image8.png"/><Relationship Id="rId23" Type="http://schemas.openxmlformats.org/officeDocument/2006/relationships/image" Target="../media/image9.png"/><Relationship Id="rId24" Type="http://schemas.openxmlformats.org/officeDocument/2006/relationships/image" Target="../media/image10.png"/><Relationship Id="rId25" Type="http://schemas.openxmlformats.org/officeDocument/2006/relationships/image" Target="../media/image11.png"/><Relationship Id="rId26" Type="http://schemas.openxmlformats.org/officeDocument/2006/relationships/image" Target="../media/image12.png"/><Relationship Id="rId27" Type="http://schemas.openxmlformats.org/officeDocument/2006/relationships/image" Target="../media/image13.png"/><Relationship Id="rId28" Type="http://schemas.openxmlformats.org/officeDocument/2006/relationships/image" Target="../media/image1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5.xml"/><Relationship Id="rId14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66.xml"/><Relationship Id="rId22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69.xml"/><Relationship Id="rId25" Type="http://schemas.openxmlformats.org/officeDocument/2006/relationships/slideLayout" Target="../slideLayouts/slideLayout70.xml"/><Relationship Id="rId26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3.xml"/><Relationship Id="rId29" Type="http://schemas.openxmlformats.org/officeDocument/2006/relationships/slideLayout" Target="../slideLayouts/slideLayout74.xml"/><Relationship Id="rId30" Type="http://schemas.openxmlformats.org/officeDocument/2006/relationships/slideLayout" Target="../slideLayouts/slideLayout75.xml"/><Relationship Id="rId31" Type="http://schemas.openxmlformats.org/officeDocument/2006/relationships/slideLayout" Target="../slideLayouts/slideLayout76.xml"/><Relationship Id="rId32" Type="http://schemas.openxmlformats.org/officeDocument/2006/relationships/slideLayout" Target="../slideLayouts/slideLayout77.xml"/><Relationship Id="rId33" Type="http://schemas.openxmlformats.org/officeDocument/2006/relationships/slideLayout" Target="../slideLayouts/slideLayout78.xml"/><Relationship Id="rId34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0.xml"/><Relationship Id="rId36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3.xml"/><Relationship Id="rId39" Type="http://schemas.openxmlformats.org/officeDocument/2006/relationships/slideLayout" Target="../slideLayouts/slideLayout84.xml"/><Relationship Id="rId40" Type="http://schemas.openxmlformats.org/officeDocument/2006/relationships/slideLayout" Target="../slideLayouts/slideLayout85.xml"/><Relationship Id="rId41" Type="http://schemas.openxmlformats.org/officeDocument/2006/relationships/slideLayout" Target="../slideLayouts/slideLayout86.xml"/><Relationship Id="rId42" Type="http://schemas.openxmlformats.org/officeDocument/2006/relationships/slideLayout" Target="../slideLayouts/slideLayout87.xml"/><Relationship Id="rId43" Type="http://schemas.openxmlformats.org/officeDocument/2006/relationships/slideLayout" Target="../slideLayouts/slideLayout88.xml"/><Relationship Id="rId44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0.xml"/><Relationship Id="rId46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3.xml"/><Relationship Id="rId49" Type="http://schemas.openxmlformats.org/officeDocument/2006/relationships/slideLayout" Target="../slideLayouts/slideLayout94.xml"/><Relationship Id="rId50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96.xml"/><Relationship Id="rId52" Type="http://schemas.openxmlformats.org/officeDocument/2006/relationships/slideLayout" Target="../slideLayouts/slideLayout97.xml"/><Relationship Id="rId53" Type="http://schemas.openxmlformats.org/officeDocument/2006/relationships/slideLayout" Target="../slideLayouts/slideLayout98.xml"/><Relationship Id="rId54" Type="http://schemas.openxmlformats.org/officeDocument/2006/relationships/slideLayout" Target="../slideLayouts/slideLayout99.xml"/><Relationship Id="rId55" Type="http://schemas.openxmlformats.org/officeDocument/2006/relationships/slideLayout" Target="../slideLayouts/slideLayout100.xml"/><Relationship Id="rId56" Type="http://schemas.openxmlformats.org/officeDocument/2006/relationships/slideLayout" Target="../slideLayouts/slideLayout101.xml"/><Relationship Id="rId57" Type="http://schemas.openxmlformats.org/officeDocument/2006/relationships/slideLayout" Target="../slideLayouts/slideLayout102.xml"/><Relationship Id="rId5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1" y="558086"/>
            <a:ext cx="11357864" cy="43332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1" y="1371602"/>
            <a:ext cx="11357864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</p:spTree>
    <p:extLst>
      <p:ext uri="{BB962C8B-B14F-4D97-AF65-F5344CB8AC3E}">
        <p14:creationId xmlns:p14="http://schemas.microsoft.com/office/powerpoint/2010/main" val="3154538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73" r:id="rId9"/>
  </p:sldLayoutIdLst>
  <p:hf sldNum="0" hdr="0" ftr="0" dt="0"/>
  <p:txStyles>
    <p:titleStyle>
      <a:lvl1pPr algn="l" defTabSz="731500" rtl="0" eaLnBrk="1" latinLnBrk="0" hangingPunct="1">
        <a:lnSpc>
          <a:spcPct val="80000"/>
        </a:lnSpc>
        <a:spcBef>
          <a:spcPct val="0"/>
        </a:spcBef>
        <a:buNone/>
        <a:defRPr sz="352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2874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ClrTx/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365752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548626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Arial" panose="020B0604020202020204" pitchFamily="34" charset="0"/>
        <a:buChar char="•"/>
        <a:defRPr sz="1280" kern="1200">
          <a:solidFill>
            <a:schemeClr val="tx1"/>
          </a:solidFill>
          <a:latin typeface="+mn-lt"/>
          <a:ea typeface="+mn-ea"/>
          <a:cs typeface="+mn-cs"/>
        </a:defRPr>
      </a:lvl4pPr>
      <a:lvl5pPr marL="731500" indent="-182874" algn="l" defTabSz="182874" rtl="0" eaLnBrk="1" latinLnBrk="0" hangingPunct="1">
        <a:lnSpc>
          <a:spcPct val="100000"/>
        </a:lnSpc>
        <a:spcBef>
          <a:spcPts val="0"/>
        </a:spcBef>
        <a:spcAft>
          <a:spcPts val="960"/>
        </a:spcAft>
        <a:buFont typeface="System Font"/>
        <a:buChar char="–"/>
        <a:defRPr sz="1280" kern="1200">
          <a:solidFill>
            <a:schemeClr val="tx1"/>
          </a:solidFill>
          <a:latin typeface="+mn-lt"/>
          <a:ea typeface="+mn-ea"/>
          <a:cs typeface="+mn-cs"/>
        </a:defRPr>
      </a:lvl5pPr>
      <a:lvl6pPr marL="8891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Graphik" panose="020B0503030202060203" pitchFamily="34" charset="0"/>
        <a:buNone/>
        <a:tabLst/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128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8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182874" rtl="0" eaLnBrk="1" latinLnBrk="0" hangingPunct="1">
        <a:lnSpc>
          <a:spcPct val="90000"/>
        </a:lnSpc>
        <a:spcBef>
          <a:spcPts val="0"/>
        </a:spcBef>
        <a:spcAft>
          <a:spcPts val="96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2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731500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4pPr>
      <a:lvl5pPr marL="1462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5pPr>
      <a:lvl6pPr marL="18287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6pPr>
      <a:lvl7pPr marL="2194498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7pPr>
      <a:lvl8pPr marL="256024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8pPr>
      <a:lvl9pPr marL="2925999" algn="l" defTabSz="731500" rtl="0" eaLnBrk="1" latinLnBrk="0" hangingPunct="1">
        <a:defRPr sz="14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91">
          <p15:clr>
            <a:srgbClr val="5ACBF0"/>
          </p15:clr>
        </p15:guide>
        <p15:guide id="8" pos="435">
          <p15:clr>
            <a:srgbClr val="9FCC3B"/>
          </p15:clr>
        </p15:guide>
        <p15:guide id="9" pos="916">
          <p15:clr>
            <a:srgbClr val="C35EA4"/>
          </p15:clr>
        </p15:guide>
        <p15:guide id="10" pos="9392">
          <p15:clr>
            <a:srgbClr val="5ACBF0"/>
          </p15:clr>
        </p15:guide>
        <p15:guide id="11" pos="207">
          <p15:clr>
            <a:srgbClr val="5ACBF0"/>
          </p15:clr>
        </p15:guide>
        <p15:guide id="12" orient="horz" pos="4832">
          <p15:clr>
            <a:srgbClr val="5ACBF0"/>
          </p15:clr>
        </p15:guide>
        <p15:guide id="13" pos="9164">
          <p15:clr>
            <a:srgbClr val="9FCC3B"/>
          </p15:clr>
        </p15:guide>
        <p15:guide id="14" orient="horz" pos="401">
          <p15:clr>
            <a:srgbClr val="9FCC3B"/>
          </p15:clr>
        </p15:guide>
        <p15:guide id="15" orient="horz" pos="4622">
          <p15:clr>
            <a:srgbClr val="9FCC3B"/>
          </p15:clr>
        </p15:guide>
        <p15:guide id="16" orient="horz" pos="983">
          <p15:clr>
            <a:srgbClr val="A4A3A4"/>
          </p15:clr>
        </p15:guide>
        <p15:guide id="17" orient="horz" pos="4490">
          <p15:clr>
            <a:srgbClr val="A4A3A4"/>
          </p15:clr>
        </p15:guide>
        <p15:guide id="18" pos="8654">
          <p15:clr>
            <a:srgbClr val="C35EA4"/>
          </p15:clr>
        </p15:guide>
        <p15:guide id="19" orient="horz" pos="1351">
          <p15:clr>
            <a:srgbClr val="FDE53C"/>
          </p15:clr>
        </p15:guide>
        <p15:guide id="20" pos="8768">
          <p15:clr>
            <a:srgbClr val="F26B43"/>
          </p15:clr>
        </p15:guide>
        <p15:guide id="21" pos="8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/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6F6B3343-B4EF-4BC5-A753-D80C4EADB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299A5035-44EB-4653-8F65-351427FC9B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7" name="Accenture_Technology" hidden="1">
            <a:extLst>
              <a:ext uri="{FF2B5EF4-FFF2-40B4-BE49-F238E27FC236}">
                <a16:creationId xmlns:a16="http://schemas.microsoft.com/office/drawing/2014/main" id="{7F561B55-4A32-431D-8BA4-1A51234302A5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243985"/>
            <a:ext cx="2024293" cy="333289"/>
          </a:xfrm>
          <a:prstGeom prst="rect">
            <a:avLst/>
          </a:prstGeom>
        </p:spPr>
      </p:pic>
      <p:pic>
        <p:nvPicPr>
          <p:cNvPr id="9" name="Accenture_Strategy" hidden="1">
            <a:extLst>
              <a:ext uri="{FF2B5EF4-FFF2-40B4-BE49-F238E27FC236}">
                <a16:creationId xmlns:a16="http://schemas.microsoft.com/office/drawing/2014/main" id="{C33EDD26-4BAD-4452-B33F-48241F98D591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8" y="6243522"/>
            <a:ext cx="1728810" cy="328803"/>
          </a:xfrm>
          <a:prstGeom prst="rect">
            <a:avLst/>
          </a:prstGeom>
        </p:spPr>
      </p:pic>
      <p:pic>
        <p:nvPicPr>
          <p:cNvPr id="10" name="Accenture_Operations" hidden="1">
            <a:extLst>
              <a:ext uri="{FF2B5EF4-FFF2-40B4-BE49-F238E27FC236}">
                <a16:creationId xmlns:a16="http://schemas.microsoft.com/office/drawing/2014/main" id="{88E87CB4-5755-499D-91D5-9B8DF482A9E0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2728" y="6252513"/>
            <a:ext cx="1958068" cy="324500"/>
          </a:xfrm>
          <a:prstGeom prst="rect">
            <a:avLst/>
          </a:prstGeom>
        </p:spPr>
      </p:pic>
      <p:pic>
        <p:nvPicPr>
          <p:cNvPr id="11" name="Accenture_Mobility" hidden="1">
            <a:extLst>
              <a:ext uri="{FF2B5EF4-FFF2-40B4-BE49-F238E27FC236}">
                <a16:creationId xmlns:a16="http://schemas.microsoft.com/office/drawing/2014/main" id="{CADE9D37-50D3-4E92-9D49-2C716078D159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963" y="6339423"/>
            <a:ext cx="2040630" cy="361414"/>
          </a:xfrm>
          <a:prstGeom prst="rect">
            <a:avLst/>
          </a:prstGeom>
        </p:spPr>
      </p:pic>
      <p:pic>
        <p:nvPicPr>
          <p:cNvPr id="12" name="Accenture_Interactive" hidden="1">
            <a:extLst>
              <a:ext uri="{FF2B5EF4-FFF2-40B4-BE49-F238E27FC236}">
                <a16:creationId xmlns:a16="http://schemas.microsoft.com/office/drawing/2014/main" id="{279B5443-5FDB-4D90-9C86-4ACF31740D66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41000"/>
            <a:ext cx="2041200" cy="360863"/>
          </a:xfrm>
          <a:prstGeom prst="rect">
            <a:avLst/>
          </a:prstGeom>
        </p:spPr>
      </p:pic>
      <p:pic>
        <p:nvPicPr>
          <p:cNvPr id="13" name="Accenture_Analytics" hidden="1">
            <a:extLst>
              <a:ext uri="{FF2B5EF4-FFF2-40B4-BE49-F238E27FC236}">
                <a16:creationId xmlns:a16="http://schemas.microsoft.com/office/drawing/2014/main" id="{7E3C0033-CE00-4F44-B4DA-32082D33C83C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8" y="6338829"/>
            <a:ext cx="2023200" cy="362168"/>
          </a:xfrm>
          <a:prstGeom prst="rect">
            <a:avLst/>
          </a:prstGeom>
        </p:spPr>
      </p:pic>
      <p:pic>
        <p:nvPicPr>
          <p:cNvPr id="14" name="Accenture_Digital" hidden="1">
            <a:extLst>
              <a:ext uri="{FF2B5EF4-FFF2-40B4-BE49-F238E27FC236}">
                <a16:creationId xmlns:a16="http://schemas.microsoft.com/office/drawing/2014/main" id="{D9D2CA43-44F5-4DDC-AF71-4F5FDFF1B30C}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280" y="6246019"/>
            <a:ext cx="1545637" cy="331832"/>
          </a:xfrm>
          <a:prstGeom prst="rect">
            <a:avLst/>
          </a:prstGeom>
        </p:spPr>
      </p:pic>
      <p:pic>
        <p:nvPicPr>
          <p:cNvPr id="15" name="Accenture_Consulting" hidden="1">
            <a:extLst>
              <a:ext uri="{FF2B5EF4-FFF2-40B4-BE49-F238E27FC236}">
                <a16:creationId xmlns:a16="http://schemas.microsoft.com/office/drawing/2014/main" id="{3344A5AB-F329-4B8E-8006-34B6E40B0028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8799" y="6244783"/>
            <a:ext cx="1942440" cy="330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27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</p:sldLayoutIdLst>
  <p:hf hdr="0" ft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10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2"/>
            <a:ext cx="11430000" cy="983263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Insert main title at 36pt, min 30pt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34CD17C-3ACE-4AE0-A6C5-F90D44EA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43099"/>
            <a:ext cx="11430000" cy="42338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98D3F2-5EC6-4985-85B5-4178882BC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2" y="6519009"/>
            <a:ext cx="5714999" cy="206375"/>
          </a:xfrm>
          <a:prstGeom prst="rect">
            <a:avLst/>
          </a:prstGeom>
        </p:spPr>
        <p:txBody>
          <a:bodyPr lIns="0"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r>
              <a:rPr lang="en-US" dirty="0"/>
              <a:t>Copyright © 2020 Accenture. All rights reserved.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50E54BBC-E15F-4274-9991-03B6F5BA42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6202" y="6519009"/>
            <a:ext cx="385711" cy="206375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tx1">
                    <a:alpha val="40000"/>
                  </a:schemeClr>
                </a:solidFill>
              </a:defRPr>
            </a:lvl1pPr>
          </a:lstStyle>
          <a:p>
            <a:fld id="{4F9AC08D-23A9-440E-BCB9-AA1E9877CC3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474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</p:sldLayoutIdLst>
  <p:hf hdr="0" dt="0"/>
  <p:txStyles>
    <p:titleStyle>
      <a:lvl1pPr marL="0" indent="0" algn="l" defTabSz="914377" rtl="0" eaLnBrk="1" latinLnBrk="0" hangingPunct="1">
        <a:lnSpc>
          <a:spcPct val="80000"/>
        </a:lnSpc>
        <a:spcBef>
          <a:spcPct val="0"/>
        </a:spcBef>
        <a:buNone/>
        <a:defRPr sz="36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800" b="1" kern="1200" cap="none" baseline="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80975" indent="-180975" algn="l" defTabSz="914377" rtl="0" eaLnBrk="1" latinLnBrk="0" hangingPunct="1">
        <a:lnSpc>
          <a:spcPct val="90000"/>
        </a:lnSpc>
        <a:spcBef>
          <a:spcPts val="12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F314A7-305B-4E0B-96B7-5B0949118DB0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DA3DAB-CBFF-463B-9AA2-9E36431F8A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692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copyright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/>
        </p:nvSpPr>
        <p:spPr>
          <a:xfrm>
            <a:off x="9031909" y="6429853"/>
            <a:ext cx="2398092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GB" sz="80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Graphik" panose="020B0503030202060203" pitchFamily="34" charset="77"/>
              </a:rPr>
              <a:t>Copyright © 2025 Accenture. All rights reserved.</a:t>
            </a:r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Graphik" panose="020B0503030202060203" pitchFamily="34" charset="77"/>
            </a:endParaRPr>
          </a:p>
        </p:txBody>
      </p:sp>
      <p:sp>
        <p:nvSpPr>
          <p:cNvPr id="26" name="slide number automatic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/>
        </p:nvSpPr>
        <p:spPr>
          <a:xfrm>
            <a:off x="11685965" y="6429853"/>
            <a:ext cx="125035" cy="123111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r" defTabSz="2285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GB" sz="800" smtClean="0">
                <a:solidFill>
                  <a:schemeClr val="tx1">
                    <a:lumMod val="50000"/>
                    <a:lumOff val="50000"/>
                    <a:alpha val="75000"/>
                  </a:schemeClr>
                </a:solidFill>
                <a:latin typeface="+mj-lt"/>
              </a:rPr>
              <a:pPr marL="0" marR="0" lvl="0" indent="0" algn="r" defTabSz="22859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351" noProof="0">
              <a:solidFill>
                <a:schemeClr val="tx1">
                  <a:lumMod val="50000"/>
                  <a:lumOff val="50000"/>
                  <a:alpha val="75000"/>
                </a:schemeClr>
              </a:solidFill>
              <a:latin typeface="+mj-lt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60" y="558086"/>
            <a:ext cx="11357865" cy="39395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b="1" i="0">
                <a:latin typeface="Graphik Semibold" panose="020B0503030202060203" pitchFamily="34" charset="77"/>
              </a:rPr>
              <a:t>Place headline here in </a:t>
            </a:r>
            <a:r>
              <a:rPr lang="en-US" b="1" i="0" err="1">
                <a:latin typeface="Graphik Semibold" panose="020B0503030202060203" pitchFamily="34" charset="77"/>
              </a:rPr>
              <a:t>Graphik</a:t>
            </a:r>
            <a:r>
              <a:rPr lang="en-US" b="1" i="0">
                <a:latin typeface="Graphik Semibold" panose="020B0503030202060203" pitchFamily="34" charset="77"/>
              </a:rPr>
              <a:t> Semibold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460" y="1371601"/>
            <a:ext cx="11357865" cy="476686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(copy)</a:t>
            </a:r>
          </a:p>
          <a:p>
            <a:pPr lvl="1"/>
            <a:r>
              <a:rPr lang="en-US"/>
              <a:t>Second level (bullet)</a:t>
            </a:r>
          </a:p>
          <a:p>
            <a:pPr lvl="2"/>
            <a:r>
              <a:rPr lang="en-US"/>
              <a:t>Third level (bullet)</a:t>
            </a:r>
          </a:p>
          <a:p>
            <a:pPr lvl="3"/>
            <a:r>
              <a:rPr lang="en-US"/>
              <a:t>Fourth level (bullet)</a:t>
            </a:r>
          </a:p>
          <a:p>
            <a:pPr lvl="4"/>
            <a:r>
              <a:rPr lang="en-US"/>
              <a:t>Fifth level (bullet)</a:t>
            </a:r>
          </a:p>
          <a:p>
            <a:pPr lvl="5"/>
            <a:r>
              <a:rPr lang="en-US"/>
              <a:t>Sixth level (copy)</a:t>
            </a:r>
          </a:p>
          <a:p>
            <a:pPr lvl="6"/>
            <a:r>
              <a:rPr lang="en-US"/>
              <a:t>Seventh level (small copy)</a:t>
            </a:r>
          </a:p>
          <a:p>
            <a:pPr lvl="7"/>
            <a:r>
              <a:rPr lang="en-US"/>
              <a:t>EIGHT LEVEL (DESCRIPTOR)</a:t>
            </a:r>
          </a:p>
          <a:p>
            <a:pPr lvl="8"/>
            <a:r>
              <a:rPr lang="en-US"/>
              <a:t>Ninth level (footer)</a:t>
            </a:r>
          </a:p>
        </p:txBody>
      </p:sp>
      <p:sp>
        <p:nvSpPr>
          <p:cNvPr id="4" name="GTS_Purple">
            <a:extLst>
              <a:ext uri="{FF2B5EF4-FFF2-40B4-BE49-F238E27FC236}">
                <a16:creationId xmlns:a16="http://schemas.microsoft.com/office/drawing/2014/main" id="{43975608-6DA8-9707-7CBD-C871ED474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553175" y="6390824"/>
            <a:ext cx="183203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351" b="0" i="0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62129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  <p:sldLayoutId id="2147483731" r:id="rId18"/>
    <p:sldLayoutId id="2147483732" r:id="rId19"/>
    <p:sldLayoutId id="2147483733" r:id="rId20"/>
    <p:sldLayoutId id="2147483734" r:id="rId21"/>
    <p:sldLayoutId id="2147483735" r:id="rId22"/>
    <p:sldLayoutId id="2147483736" r:id="rId23"/>
    <p:sldLayoutId id="2147483737" r:id="rId24"/>
    <p:sldLayoutId id="2147483738" r:id="rId25"/>
    <p:sldLayoutId id="2147483739" r:id="rId26"/>
    <p:sldLayoutId id="2147483740" r:id="rId27"/>
    <p:sldLayoutId id="2147483741" r:id="rId28"/>
    <p:sldLayoutId id="2147483742" r:id="rId29"/>
    <p:sldLayoutId id="2147483743" r:id="rId30"/>
    <p:sldLayoutId id="2147483744" r:id="rId31"/>
    <p:sldLayoutId id="2147483745" r:id="rId32"/>
    <p:sldLayoutId id="2147483746" r:id="rId33"/>
    <p:sldLayoutId id="2147483747" r:id="rId34"/>
    <p:sldLayoutId id="2147483748" r:id="rId35"/>
    <p:sldLayoutId id="2147483749" r:id="rId36"/>
    <p:sldLayoutId id="2147483750" r:id="rId37"/>
    <p:sldLayoutId id="2147483751" r:id="rId38"/>
    <p:sldLayoutId id="2147483752" r:id="rId39"/>
    <p:sldLayoutId id="2147483753" r:id="rId40"/>
    <p:sldLayoutId id="2147483754" r:id="rId41"/>
    <p:sldLayoutId id="2147483755" r:id="rId42"/>
    <p:sldLayoutId id="2147483756" r:id="rId43"/>
    <p:sldLayoutId id="2147483757" r:id="rId44"/>
    <p:sldLayoutId id="2147483758" r:id="rId45"/>
    <p:sldLayoutId id="2147483759" r:id="rId46"/>
    <p:sldLayoutId id="2147483760" r:id="rId47"/>
    <p:sldLayoutId id="2147483761" r:id="rId48"/>
    <p:sldLayoutId id="2147483762" r:id="rId49"/>
    <p:sldLayoutId id="2147483763" r:id="rId50"/>
    <p:sldLayoutId id="2147483764" r:id="rId51"/>
    <p:sldLayoutId id="2147483765" r:id="rId52"/>
    <p:sldLayoutId id="2147483766" r:id="rId53"/>
    <p:sldLayoutId id="2147483767" r:id="rId54"/>
    <p:sldLayoutId id="2147483768" r:id="rId55"/>
    <p:sldLayoutId id="2147483769" r:id="rId56"/>
    <p:sldLayoutId id="2147483770" r:id="rId57"/>
  </p:sldLayoutIdLst>
  <p:hf sldNum="0" hdr="0" ftr="0" dt="0"/>
  <p:txStyles>
    <p:titleStyle>
      <a:lvl1pPr algn="l" defTabSz="914377" rtl="0" eaLnBrk="1" latinLnBrk="0" hangingPunct="1">
        <a:lnSpc>
          <a:spcPct val="8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Graphik Semibold" panose="020B0503030202060203" pitchFamily="34" charset="77"/>
          <a:ea typeface="+mj-ea"/>
          <a:cs typeface="+mj-cs"/>
        </a:defRPr>
      </a:lvl1pPr>
    </p:titleStyle>
    <p:bodyStyle>
      <a:lvl1pPr marL="0" indent="0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594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7189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5783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228594" algn="l" defTabSz="228594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9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594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7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>
          <p15:clr>
            <a:srgbClr val="5ACBF0"/>
          </p15:clr>
        </p15:guide>
        <p15:guide id="8" pos="347">
          <p15:clr>
            <a:srgbClr val="9FCC3B"/>
          </p15:clr>
        </p15:guide>
        <p15:guide id="9" pos="733">
          <p15:clr>
            <a:srgbClr val="C35EA4"/>
          </p15:clr>
        </p15:guide>
        <p15:guide id="10" pos="7514">
          <p15:clr>
            <a:srgbClr val="5ACBF0"/>
          </p15:clr>
        </p15:guide>
        <p15:guide id="11" pos="166">
          <p15:clr>
            <a:srgbClr val="5ACBF0"/>
          </p15:clr>
        </p15:guide>
        <p15:guide id="12" orient="horz" pos="4156">
          <p15:clr>
            <a:srgbClr val="5ACBF0"/>
          </p15:clr>
        </p15:guide>
        <p15:guide id="13" pos="7333">
          <p15:clr>
            <a:srgbClr val="9FCC3B"/>
          </p15:clr>
        </p15:guide>
        <p15:guide id="14" orient="horz" pos="346">
          <p15:clr>
            <a:srgbClr val="9FCC3B"/>
          </p15:clr>
        </p15:guide>
        <p15:guide id="15" orient="horz" pos="3974">
          <p15:clr>
            <a:srgbClr val="9FCC3B"/>
          </p15:clr>
        </p15:guide>
        <p15:guide id="16" orient="horz" pos="845">
          <p15:clr>
            <a:srgbClr val="A4A3A4"/>
          </p15:clr>
        </p15:guide>
        <p15:guide id="17" orient="horz" pos="3861">
          <p15:clr>
            <a:srgbClr val="A4A3A4"/>
          </p15:clr>
        </p15:guide>
        <p15:guide id="18" pos="6924">
          <p15:clr>
            <a:srgbClr val="C35EA4"/>
          </p15:clr>
        </p15:guide>
        <p15:guide id="19" orient="horz" pos="1162">
          <p15:clr>
            <a:srgbClr val="FDE53C"/>
          </p15:clr>
        </p15:guide>
        <p15:guide id="20" pos="7015">
          <p15:clr>
            <a:srgbClr val="F26B43"/>
          </p15:clr>
        </p15:guide>
        <p15:guide id="21" pos="665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jpg"/><Relationship Id="rId4" Type="http://schemas.openxmlformats.org/officeDocument/2006/relationships/image" Target="../media/image3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image" Target="../media/image3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4F81C1D7-25E7-2AEA-5B9C-B4934B416F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03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935BF95-9260-FF3E-8BA1-F61D8AD0F5C6}"/>
              </a:ext>
            </a:extLst>
          </p:cNvPr>
          <p:cNvSpPr txBox="1"/>
          <p:nvPr/>
        </p:nvSpPr>
        <p:spPr>
          <a:xfrm>
            <a:off x="2989992" y="5411118"/>
            <a:ext cx="6212017" cy="566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ts val="372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-15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 Semibold" panose="020B0503030202060203" pitchFamily="34" charset="77"/>
                <a:ea typeface="+mn-ea"/>
                <a:cs typeface="+mn-cs"/>
              </a:rPr>
              <a:t>AI reinvention made real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D2B6F5-4632-A6A7-D235-C4D1E256BD27}"/>
              </a:ext>
            </a:extLst>
          </p:cNvPr>
          <p:cNvSpPr/>
          <p:nvPr/>
        </p:nvSpPr>
        <p:spPr>
          <a:xfrm>
            <a:off x="3858744" y="5990476"/>
            <a:ext cx="4474512" cy="352647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 Regular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48F6C9-FCFE-86D4-8670-F533A4CE4650}"/>
              </a:ext>
            </a:extLst>
          </p:cNvPr>
          <p:cNvSpPr txBox="1"/>
          <p:nvPr/>
        </p:nvSpPr>
        <p:spPr>
          <a:xfrm>
            <a:off x="3858744" y="5972549"/>
            <a:ext cx="447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 panose="020B0503030202060203" pitchFamily="34" charset="77"/>
                <a:ea typeface="+mn-ea"/>
                <a:cs typeface="+mn-cs"/>
              </a:rPr>
              <a:t>Accenture Innovation Challenge 2026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0F1EFF8-B673-136C-4910-73D1BC907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93" y="667062"/>
            <a:ext cx="1251231" cy="33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6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Factories can only monitor what they instrumented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Problem framing — Track 4, DigitalTwin.ai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3199" cy="13716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4572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6245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100FF"/>
                </a:solidFill>
                <a:latin typeface="Arial"/>
              </a:rPr>
              <a:t>THE 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15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Assembly lines mix legacy and modern equipment. Some stations are richly instrumented; a meaningful minority run on manual checklists and emit no telemetry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5575" y="1234440"/>
            <a:ext cx="5483199" cy="13716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5575" y="1234440"/>
            <a:ext cx="45720" cy="137160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455" y="136245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100FF"/>
                </a:solidFill>
                <a:latin typeface="Arial"/>
              </a:rPr>
              <a:t>THE CONSEQUENCE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455" y="1709928"/>
            <a:ext cx="515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A defect introduced early may not surface until a much later gate, by which time many downstream units carry the same undetected issue.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5483199" cy="13716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88920"/>
            <a:ext cx="45720" cy="137160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1693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63A3A"/>
                </a:solidFill>
                <a:latin typeface="Arial"/>
              </a:rPr>
              <a:t>WHY "ADD SENSORS" IS NOT THE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64408"/>
            <a:ext cx="515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Retrofits are limited to a small number of scheduled maintenance windows per year. The constraint is the calendar as much as the capital.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2788920"/>
            <a:ext cx="5483199" cy="13716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575" y="2788920"/>
            <a:ext cx="45720" cy="13716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8455" y="291693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9D55"/>
                </a:solidFill>
                <a:latin typeface="Arial"/>
              </a:rPr>
              <a:t>WHERE THE VALUE SITS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455" y="3264408"/>
            <a:ext cx="515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The stations most likely to hide a developing problem are exactly the ones nobody is watching. Inferring their state is the opportunity.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361688"/>
            <a:ext cx="11185855" cy="749808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489704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Arial"/>
              </a:rPr>
              <a:t>In our simulation, 78% of disturbances at un-instrumented stations never produced a sustained line-level throughput shortfall (n=27). Aggregate monitoring would not have caught them later — it would not have caught them at all.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Quoted conditions are from the official Round 2 brief. The measured figure is a simulated prototype result on synthetic data.</a:t>
            </a:r>
          </a:p>
        </p:txBody>
      </p:sp>
    </p:spTree>
    <p:extLst>
      <p:ext uri="{BB962C8B-B14F-4D97-AF65-F5344CB8AC3E}">
        <p14:creationId xmlns:p14="http://schemas.microsoft.com/office/powerpoint/2010/main" val="280955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73E37827-E5D7-46FD-9143-ABFBF88A628E}"/>
              </a:ext>
            </a:extLst>
          </p:cNvPr>
          <p:cNvSpPr/>
          <p:nvPr/>
        </p:nvSpPr>
        <p:spPr>
          <a:xfrm>
            <a:off x="7385349" y="2505161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71E876B-A706-450C-8C34-951E6FA6C00F}"/>
              </a:ext>
            </a:extLst>
          </p:cNvPr>
          <p:cNvSpPr/>
          <p:nvPr/>
        </p:nvSpPr>
        <p:spPr>
          <a:xfrm>
            <a:off x="852718" y="2506579"/>
            <a:ext cx="1443661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0A31654-439B-4571-B7B1-2E29E58E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913" y="525056"/>
            <a:ext cx="11430000" cy="726439"/>
          </a:xfrm>
        </p:spPr>
        <p:txBody>
          <a:bodyPr/>
          <a:lstStyle/>
          <a:p>
            <a:r>
              <a:rPr lang="en-US" dirty="0"/>
              <a:t>Team details</a:t>
            </a:r>
            <a:endParaRPr lang="en-GB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258B87F-AD17-4B30-9FAA-C5C07FCFFE8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06202" y="6519009"/>
            <a:ext cx="385711" cy="20637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alpha val="40000"/>
                  </a:srgbClr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alpha val="40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23" name="Picture Placeholder 75">
            <a:extLst>
              <a:ext uri="{FF2B5EF4-FFF2-40B4-BE49-F238E27FC236}">
                <a16:creationId xmlns:a16="http://schemas.microsoft.com/office/drawing/2014/main" id="{8DF0ED10-FA32-47BA-8D4F-7620C7B46FA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55991" y="2405772"/>
            <a:ext cx="1434219" cy="1471323"/>
          </a:xfrm>
          <a:prstGeom prst="rect">
            <a:avLst/>
          </a:prstGeom>
        </p:spPr>
      </p:pic>
      <p:sp>
        <p:nvSpPr>
          <p:cNvPr id="39" name="Text Placeholder 27">
            <a:extLst>
              <a:ext uri="{FF2B5EF4-FFF2-40B4-BE49-F238E27FC236}">
                <a16:creationId xmlns:a16="http://schemas.microsoft.com/office/drawing/2014/main" id="{1D437424-4E2F-45EB-945E-4A07F8154854}"/>
              </a:ext>
            </a:extLst>
          </p:cNvPr>
          <p:cNvSpPr txBox="1">
            <a:spLocks/>
          </p:cNvSpPr>
          <p:nvPr/>
        </p:nvSpPr>
        <p:spPr>
          <a:xfrm>
            <a:off x="2637616" y="2098914"/>
            <a:ext cx="3177007" cy="811161"/>
          </a:xfrm>
          <a:prstGeom prst="rect">
            <a:avLst/>
          </a:prstGeom>
        </p:spPr>
        <p:txBody>
          <a:bodyPr vert="horz" lIns="0" tIns="0" rIns="0" bIns="0" rtlCol="0" anchor="b">
            <a:normAutofit fontScale="92500" lnSpcReduction="10000"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 (Team Leader)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13373B-BBFC-437A-A7F1-E5017F23DD33}"/>
              </a:ext>
            </a:extLst>
          </p:cNvPr>
          <p:cNvSpPr/>
          <p:nvPr/>
        </p:nvSpPr>
        <p:spPr>
          <a:xfrm>
            <a:off x="255634" y="6368280"/>
            <a:ext cx="670956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+mn-cs"/>
              </a:rPr>
              <a:t>All fields are mandatory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6E72D5-38A8-4FA5-9EBD-60021A357B2A}"/>
              </a:ext>
            </a:extLst>
          </p:cNvPr>
          <p:cNvSpPr/>
          <p:nvPr/>
        </p:nvSpPr>
        <p:spPr>
          <a:xfrm>
            <a:off x="852718" y="4463806"/>
            <a:ext cx="1481237" cy="14713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Photo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03A2336-9DAB-4FE3-86E5-A5694B473965}"/>
              </a:ext>
            </a:extLst>
          </p:cNvPr>
          <p:cNvCxnSpPr>
            <a:cxnSpLocks/>
          </p:cNvCxnSpPr>
          <p:nvPr/>
        </p:nvCxnSpPr>
        <p:spPr>
          <a:xfrm>
            <a:off x="6096000" y="1521230"/>
            <a:ext cx="0" cy="4523725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D2BAEA9-C010-474F-8C80-BD3D504C25C1}"/>
              </a:ext>
            </a:extLst>
          </p:cNvPr>
          <p:cNvCxnSpPr/>
          <p:nvPr/>
        </p:nvCxnSpPr>
        <p:spPr>
          <a:xfrm>
            <a:off x="2623232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27">
            <a:extLst>
              <a:ext uri="{FF2B5EF4-FFF2-40B4-BE49-F238E27FC236}">
                <a16:creationId xmlns:a16="http://schemas.microsoft.com/office/drawing/2014/main" id="{83134DD2-B1F2-44EA-BCAB-CB7F6D0B5057}"/>
              </a:ext>
            </a:extLst>
          </p:cNvPr>
          <p:cNvSpPr txBox="1">
            <a:spLocks/>
          </p:cNvSpPr>
          <p:nvPr/>
        </p:nvSpPr>
        <p:spPr>
          <a:xfrm>
            <a:off x="2751413" y="4203349"/>
            <a:ext cx="147470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857CC230-E21C-4184-9D11-81950CC08A89}"/>
              </a:ext>
            </a:extLst>
          </p:cNvPr>
          <p:cNvCxnSpPr/>
          <p:nvPr/>
        </p:nvCxnSpPr>
        <p:spPr>
          <a:xfrm>
            <a:off x="2751413" y="5101825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6" name="Picture Placeholder 75">
            <a:extLst>
              <a:ext uri="{FF2B5EF4-FFF2-40B4-BE49-F238E27FC236}">
                <a16:creationId xmlns:a16="http://schemas.microsoft.com/office/drawing/2014/main" id="{5E355391-27FE-4824-9548-B5688C3FCC2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84018" y="2405772"/>
            <a:ext cx="1434219" cy="1471323"/>
          </a:xfrm>
          <a:prstGeom prst="rect">
            <a:avLst/>
          </a:prstGeom>
        </p:spPr>
      </p:pic>
      <p:sp>
        <p:nvSpPr>
          <p:cNvPr id="67" name="Text Placeholder 27">
            <a:extLst>
              <a:ext uri="{FF2B5EF4-FFF2-40B4-BE49-F238E27FC236}">
                <a16:creationId xmlns:a16="http://schemas.microsoft.com/office/drawing/2014/main" id="{AB89B70E-DDF2-41D3-9411-6AA78204B1DA}"/>
              </a:ext>
            </a:extLst>
          </p:cNvPr>
          <p:cNvSpPr txBox="1">
            <a:spLocks/>
          </p:cNvSpPr>
          <p:nvPr/>
        </p:nvSpPr>
        <p:spPr>
          <a:xfrm>
            <a:off x="9165643" y="2098914"/>
            <a:ext cx="1437297" cy="8111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lang="en-US" sz="3600" b="1" kern="1200" cap="none" baseline="0" dirty="0" smtClean="0">
                <a:solidFill>
                  <a:srgbClr val="A100FF"/>
                </a:solidFill>
                <a:latin typeface="+mj-lt"/>
                <a:ea typeface="+mn-ea"/>
                <a:cs typeface="+mn-cs"/>
              </a:defRPr>
            </a:lvl1pPr>
            <a:lvl2pPr marL="0" indent="0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None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0975" indent="-180975" algn="l" defTabSz="914377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3034" indent="-169858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46066" indent="-177796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Graphik" panose="020B0503030202060203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12750" indent="-17303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7" rtl="0" eaLnBrk="1" latinLnBrk="0" hangingPunct="1">
              <a:lnSpc>
                <a:spcPct val="90000"/>
              </a:lnSpc>
              <a:spcBef>
                <a:spcPts val="800"/>
              </a:spcBef>
              <a:buFont typeface="Arial" panose="020B0604020202020204" pitchFamily="34" charset="0"/>
              <a:buNone/>
              <a:defRPr sz="1200" b="1" kern="1200" cap="all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0" indent="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7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srgbClr val="A100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Name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388F804-0525-4F8E-A5CE-A9E521C1E260}"/>
              </a:ext>
            </a:extLst>
          </p:cNvPr>
          <p:cNvCxnSpPr/>
          <p:nvPr/>
        </p:nvCxnSpPr>
        <p:spPr>
          <a:xfrm>
            <a:off x="9151259" y="3010298"/>
            <a:ext cx="1718008" cy="0"/>
          </a:xfrm>
          <a:prstGeom prst="line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2">
            <a:extLst>
              <a:ext uri="{FF2B5EF4-FFF2-40B4-BE49-F238E27FC236}">
                <a16:creationId xmlns:a16="http://schemas.microsoft.com/office/drawing/2014/main" id="{A29DB088-2EF4-4C53-A6E2-75C9C7F34CAC}"/>
              </a:ext>
            </a:extLst>
          </p:cNvPr>
          <p:cNvGraphicFramePr>
            <a:graphicFrameLocks noGrp="1"/>
          </p:cNvGraphicFramePr>
          <p:nvPr/>
        </p:nvGraphicFramePr>
        <p:xfrm>
          <a:off x="461913" y="1173024"/>
          <a:ext cx="11617737" cy="378454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382355">
                  <a:extLst>
                    <a:ext uri="{9D8B030D-6E8A-4147-A177-3AD203B41FA5}">
                      <a16:colId xmlns:a16="http://schemas.microsoft.com/office/drawing/2014/main" val="129918070"/>
                    </a:ext>
                  </a:extLst>
                </a:gridCol>
                <a:gridCol w="7235382">
                  <a:extLst>
                    <a:ext uri="{9D8B030D-6E8A-4147-A177-3AD203B41FA5}">
                      <a16:colId xmlns:a16="http://schemas.microsoft.com/office/drawing/2014/main" val="1188269312"/>
                    </a:ext>
                  </a:extLst>
                </a:gridCol>
              </a:tblGrid>
              <a:tr h="37845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A100FF"/>
                          </a:solidFill>
                        </a:rPr>
                        <a:t>TEAM NAME:</a:t>
                      </a:r>
                    </a:p>
                  </a:txBody>
                  <a:tcPr>
                    <a:lnL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 dirty="0">
                        <a:solidFill>
                          <a:srgbClr val="A100FF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512452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F2218D32-4F17-4A5E-9BE4-29837BF54E70}"/>
              </a:ext>
            </a:extLst>
          </p:cNvPr>
          <p:cNvSpPr txBox="1"/>
          <p:nvPr/>
        </p:nvSpPr>
        <p:spPr>
          <a:xfrm>
            <a:off x="2623232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9131AF-0078-459E-83A3-73A8BC9A11B8}"/>
              </a:ext>
            </a:extLst>
          </p:cNvPr>
          <p:cNvSpPr txBox="1"/>
          <p:nvPr/>
        </p:nvSpPr>
        <p:spPr>
          <a:xfrm>
            <a:off x="2637616" y="5236045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AF310E-EC91-4906-9FCC-95C833C3D011}"/>
              </a:ext>
            </a:extLst>
          </p:cNvPr>
          <p:cNvSpPr txBox="1"/>
          <p:nvPr/>
        </p:nvSpPr>
        <p:spPr>
          <a:xfrm>
            <a:off x="9122721" y="3141433"/>
            <a:ext cx="27626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College: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Stream: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Year of graduation:</a:t>
            </a:r>
          </a:p>
        </p:txBody>
      </p:sp>
      <p:pic>
        <p:nvPicPr>
          <p:cNvPr id="2" name="Picture Placeholder 75">
            <a:extLst>
              <a:ext uri="{FF2B5EF4-FFF2-40B4-BE49-F238E27FC236}">
                <a16:creationId xmlns:a16="http://schemas.microsoft.com/office/drawing/2014/main" id="{5EAA4F6C-4EAD-B06C-205E-12296866797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76635" y="4361533"/>
            <a:ext cx="1434219" cy="1471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47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Round 1 proposed the idea. Round 2 tests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What changed, and what we had to prove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8585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540"/>
                <a:gridCol w="2964925"/>
                <a:gridCol w="6199389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Round 1 — concept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Round 2 — this submission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Shadow-sensing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asserted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two implemented mechanisms: flow physics + defect genealogy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Hidden state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"a live health signal"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cycle time of an unmeasured station, graded against ground truth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Prediction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"predicts, not visualises"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forward flow arithmetic: vehicles lost, minutes to starvation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Differentiation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claimed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3 baselines at a matched false-alarm rate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Partial sensors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claimed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coverage sweep, 100% → 25% instrumentation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Human in the loop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in the diagram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hash-chained ledger, abstention when ambiguous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Evidence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none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110 held-out episodes, 45 passing tests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Round 1 argued the idea was worth testing. This is the test — including the parts we failed.</a:t>
            </a:r>
          </a:p>
        </p:txBody>
      </p:sp>
    </p:spTree>
    <p:extLst>
      <p:ext uri="{BB962C8B-B14F-4D97-AF65-F5344CB8AC3E}">
        <p14:creationId xmlns:p14="http://schemas.microsoft.com/office/powerpoint/2010/main" val="969716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The mechanism: the line measures its own blind spots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Conservation of material, not a learned 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A1A1A"/>
                </a:solidFill>
                <a:latin typeface="Arial"/>
              </a:rPr>
              <a:t>When a station slows, material stops arriving downstream and stops leaving upstream. Every station downstream STARVES. Every station upstream BLOCKS. The boundary between them sits exactly at the station causing it — so we never need a sensor AT that station, only sensors on both sides of it.</a:t>
            </a:r>
          </a:p>
        </p:txBody>
      </p:sp>
      <p:pic>
        <p:nvPicPr>
          <p:cNvPr id="7" name="Picture 6" descr="pressure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03120"/>
            <a:ext cx="9246769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A correlation model sees S07 blocking and S09 starving and cannot say which caused which. The flow model knows the direction of causation a priori — material moves one way.</a:t>
            </a:r>
          </a:p>
        </p:txBody>
      </p:sp>
    </p:spTree>
    <p:extLst>
      <p:ext uri="{BB962C8B-B14F-4D97-AF65-F5344CB8AC3E}">
        <p14:creationId xmlns:p14="http://schemas.microsoft.com/office/powerpoint/2010/main" val="2205980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This part is not our idea — and we say 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The mechanism is the Turning Point Method, Li, Chang &amp; Ni (2009)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blockage/starvation boundary is one of the best-established bottleneck-detection methods in manufacturing science. We implement it as a baseline rather than quietly reinventing it. Our contribution is what happens when the boundary falls in a gap with no sensors.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3618890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" y="2221992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9D55"/>
                </a:solidFill>
                <a:latin typeface="Arial"/>
              </a:rPr>
              <a:t>78%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706624"/>
            <a:ext cx="33628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Turning Point Method — detects the disturbance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6402" y="2103120"/>
            <a:ext cx="3618890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4418" y="2221992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D63A3A"/>
                </a:solidFill>
                <a:latin typeface="Arial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4418" y="2706624"/>
            <a:ext cx="33628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…but names the right station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9884" y="2103120"/>
            <a:ext cx="3618890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7900" y="2221992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A100FF"/>
                </a:solidFill>
                <a:latin typeface="Arial"/>
              </a:rPr>
              <a:t>69%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7900" y="2706624"/>
            <a:ext cx="33628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RippleTwin names the right station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38328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Arial"/>
              </a:rPr>
              <a:t>It is not that the published method is bad. It detects as reliably as we do — better, at 50% coverage. It simply cannot name a station it cannot measure.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02920" y="3977639"/>
          <a:ext cx="11185854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679"/>
                <a:gridCol w="4238850"/>
                <a:gridCol w="4945325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Published Turning Point / Active Period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RippleTwin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Output space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instrumented stations only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every station, instrumented or not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Decision rule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deterministic scan for a sign change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posterior over candidate positions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Distance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station adjacency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buffer capacity — a 14-slot buffer decouples far more than one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Unidentifiable cases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always returns a station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abstains, and flags it for a sensor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Hidden station state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estimates its cycle time (~3% median error)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Baseline implemented in the strengthened deviation-scored form — more favourable to it than the published version — and calibrated to the same false-alarm rate. Full citations in docs/REFERENCES.md.</a:t>
            </a:r>
          </a:p>
        </p:txBody>
      </p:sp>
    </p:spTree>
    <p:extLst>
      <p:ext uri="{BB962C8B-B14F-4D97-AF65-F5344CB8AC3E}">
        <p14:creationId xmlns:p14="http://schemas.microsoft.com/office/powerpoint/2010/main" val="3845603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86DCA-E252-45B6-8790-F0CA74EA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348" y="3429000"/>
            <a:ext cx="5190523" cy="984885"/>
          </a:xfrm>
        </p:spPr>
        <p:txBody>
          <a:bodyPr/>
          <a:lstStyle/>
          <a:p>
            <a:r>
              <a:rPr lang="en-US">
                <a:latin typeface="+mj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3931614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How RippleTwin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Every box has an implementation behind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757629" cy="17373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757629" cy="329184"/>
          </a:xfrm>
          <a:prstGeom prst="roundRect">
            <a:avLst>
              <a:gd name="adj" fmla="val 6000"/>
            </a:avLst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35608"/>
            <a:ext cx="175762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57474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telemetry from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instrumented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stations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0549" y="2057400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66666"/>
                </a:solidFill>
                <a:latin typeface="Arial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88565" y="1371600"/>
            <a:ext cx="1757629" cy="17373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88565" y="1371600"/>
            <a:ext cx="1757629" cy="329184"/>
          </a:xfrm>
          <a:prstGeom prst="roundRect">
            <a:avLst>
              <a:gd name="adj" fmla="val 6000"/>
            </a:avLst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88565" y="1435608"/>
            <a:ext cx="175762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80005" y="1828800"/>
            <a:ext cx="157474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mix- and shift-aware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expectations, in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fraction of takt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6194" y="2057400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66666"/>
                </a:solidFill>
                <a:latin typeface="Arial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4210" y="1371600"/>
            <a:ext cx="1757629" cy="17373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74210" y="1371600"/>
            <a:ext cx="1757629" cy="329184"/>
          </a:xfrm>
          <a:prstGeom prst="roundRect">
            <a:avLst>
              <a:gd name="adj" fmla="val 6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74210" y="1435608"/>
            <a:ext cx="175762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INFERRED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5650" y="1828800"/>
            <a:ext cx="157474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posterior over ALL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stations, including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un-sensored 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1839" y="2057400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66666"/>
                </a:solidFill>
                <a:latin typeface="Arial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9855" y="1371600"/>
            <a:ext cx="1757629" cy="17373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59855" y="1371600"/>
            <a:ext cx="1757629" cy="329184"/>
          </a:xfrm>
          <a:prstGeom prst="roundRect">
            <a:avLst>
              <a:gd name="adj" fmla="val 6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9855" y="1435608"/>
            <a:ext cx="175762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PREDICTED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1295" y="1828800"/>
            <a:ext cx="157474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ripple forecast from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flow arithmetic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7484" y="2057400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66666"/>
                </a:solidFill>
                <a:latin typeface="Arial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5500" y="1371600"/>
            <a:ext cx="1757629" cy="17373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45500" y="1371600"/>
            <a:ext cx="1757629" cy="329184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5500" y="1435608"/>
            <a:ext cx="175762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EXPLAINED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6940" y="1828800"/>
            <a:ext cx="157474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evidence tagged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OBS / INF / PRED,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no LLM in the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03129" y="2057400"/>
            <a:ext cx="1280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666666"/>
                </a:solidFill>
                <a:latin typeface="Arial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1145" y="1371600"/>
            <a:ext cx="1757629" cy="17373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31145" y="1371600"/>
            <a:ext cx="1757629" cy="329184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31145" y="1435608"/>
            <a:ext cx="175762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FFFFFF"/>
                </a:solidFill>
                <a:latin typeface="Arial"/>
              </a:rPr>
              <a:t>HUMAN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2585" y="1828800"/>
            <a:ext cx="157474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approve / reject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or ABSTAIN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3310128"/>
            <a:ext cx="11185855" cy="384048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338328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Arial"/>
              </a:rPr>
              <a:t>OUTCOME → hash-chained ledger → per-station precision feeds back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02920" y="3886200"/>
          <a:ext cx="1118585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741"/>
                <a:gridCol w="3857191"/>
                <a:gridCol w="5142921"/>
              </a:tblGrid>
              <a:tr h="40233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Method chosen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Why not something heavier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Hidden-state estimation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non-negative least squares + Gaussian likelihood over candidate positions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a GNN would learn the propagation we can derive — deriving it is stronger and inspectable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Calibration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empirical null + correlation correction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stations are ~0.4 correlated; assuming independence inflates evidence ~14x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Ripple forecast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serial-line flow arithmetic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an engineer can check it on paper, and it cannot drift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Explanation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templates bound to computed values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an LLM narrator can drift from the evidence; here it structurally cannot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Rule we held to: when a simpler method is equally effective, use the simpler method.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How we made the comparison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The design decisions that make the next slide mean something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5483199" cy="141732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45720" cy="1417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6245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100FF"/>
                </a:solidFill>
                <a:latin typeface="Arial"/>
              </a:rPr>
              <a:t>MATCHED FALSE-ALARM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09928"/>
            <a:ext cx="5154015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Every method is calibrated on the same held-out nominal data to the same 1% per-window false-alarm target, then run through an identical detection rule. Without this, a permissive threshold just looks more sensitive.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5575" y="1234440"/>
            <a:ext cx="5483199" cy="141732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5575" y="1234440"/>
            <a:ext cx="45720" cy="141732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455" y="136245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100FF"/>
                </a:solidFill>
                <a:latin typeface="Arial"/>
              </a:rPr>
              <a:t>ONE PHYSICS RUN, MANY SENSOR 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455" y="1709928"/>
            <a:ext cx="5154015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Coverage levels are views over a single simulation, so differences between them are differences in observability — not different random draws.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5483199" cy="141732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788920"/>
            <a:ext cx="45720" cy="141732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91693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63A3A"/>
                </a:solidFill>
                <a:latin typeface="Arial"/>
              </a:rPr>
              <a:t>B2 IS THE SHARP 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64408"/>
            <a:ext cx="5154015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B2 is RippleTwin's own model with un-sensored stations removed as candidates. Same physics, same likelihood, same tuning. The only difference is whether a blind station may be named — which isolates shadow-sensing itself.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2788920"/>
            <a:ext cx="5483199" cy="141732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575" y="2788920"/>
            <a:ext cx="45720" cy="141732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8455" y="291693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9D55"/>
                </a:solidFill>
                <a:latin typeface="Arial"/>
              </a:rPr>
              <a:t>DISJOINT DATA THROUGHOUT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8455" y="3264408"/>
            <a:ext cx="5154015" cy="8138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Baseline fitting, detector calibration and evaluation use separate runs. Tuning and test episodes are split by seed; anything chosen by looking at data was chosen on the tuning half.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02920" y="4389120"/>
          <a:ext cx="11185854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878"/>
                <a:gridCol w="8510976"/>
              </a:tblGrid>
              <a:tr h="329184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What it represents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B0 — SPC per station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the control chart most plants already run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B1 — Isolation Forest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modern anomaly detection, given the same features, topology-blind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B2 — observed-only twin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 conventional digital twin: models what it measures, silent about the rest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Simulated prototype evaluation on synthetic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When the faulty station has no sensor, only RippleTwin names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Held-out episodes · flow faults · source station un-instrumented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30759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A100FF"/>
                </a:solidFill>
                <a:latin typeface="Arial"/>
              </a:rPr>
              <a:t>69%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79222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RippleTwin — exact station, at 75%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0531" y="118872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8547" y="130759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D63A3A"/>
                </a:solidFill>
                <a:latin typeface="Arial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547" y="179222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Turning Point Method (Li et al. 2009)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118872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6159" y="130759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D63A3A"/>
                </a:solidFill>
                <a:latin typeface="Arial"/>
              </a:rPr>
              <a:t>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6159" y="179222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Conventional observed-only twin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755" y="118872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771" y="130759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D63A3A"/>
                </a:solidFill>
                <a:latin typeface="Arial"/>
              </a:rPr>
              <a:t>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71" y="179222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SPC on sensors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395728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A1A1A"/>
                </a:solidFill>
                <a:latin typeface="Arial"/>
              </a:rPr>
              <a:t>The baselines do not merely score badly. They score exactly zero — naming an unmeasured station is outside what they can express.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2920" y="2880360"/>
          <a:ext cx="5577838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1098665"/>
                <a:gridCol w="1098665"/>
                <a:gridCol w="845127"/>
                <a:gridCol w="676101"/>
              </a:tblGrid>
              <a:tr h="310896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Coverage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RippleTwin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B3 Turning Point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B2 obs-only twin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B1 anomaly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B0 SPC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59%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75%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69%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" name="Picture 19" descr="coverage_curve_to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743200"/>
            <a:ext cx="5669280" cy="33383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Exact-station localisation while the fault is active, at a matched 1% per-window false-alarm rate. Simulated prototype result on synthetic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The control that convinced us the mechanism is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At 100% coverage the advantage disappears — exactly as it should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618890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307592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A100FF"/>
                </a:solidFill>
                <a:latin typeface="Arial"/>
              </a:rPr>
              <a:t>93%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792224"/>
            <a:ext cx="33628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RippleTwin at 100% sensor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86402" y="1188720"/>
            <a:ext cx="3618890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4418" y="1307592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4C9BE8"/>
                </a:solidFill>
                <a:latin typeface="Arial"/>
              </a:rPr>
              <a:t>93%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4418" y="1792224"/>
            <a:ext cx="33628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Observed-only twin, same conditions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9884" y="1188720"/>
            <a:ext cx="3618890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7900" y="1307592"/>
            <a:ext cx="33628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9D55"/>
                </a:solidFill>
                <a:latin typeface="Arial"/>
              </a:rPr>
              <a:t>identical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7900" y="1792224"/>
            <a:ext cx="336285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to three decimal places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6888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With every station instrumented there is nothing hidden to infer, so shadow-sensing has nothing to add — and it adds nothing. The advantage appears exactly and only where instrumentation is missing.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That is what should happen if the mechanism is real rather than an artefact of better tuning. A method that also won here would be telling us its gains came from somewhere else.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94760"/>
            <a:ext cx="11185855" cy="123444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A100FF"/>
                </a:solidFill>
                <a:latin typeface="Arial"/>
              </a:rPr>
              <a:t>AND THE SHARPEST FALSIFIABLE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279392"/>
            <a:ext cx="107286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Arial"/>
              </a:rPr>
              <a:t>RippleTwin estimates the cycle time of a station that has no sensor — a number that is unmeasurable in the data it receives — to a median error of 3.3% at 75% coverage (n=18). The simulator knows the true value, so the estimate is graded, not asserted.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Simulated prototype results on synthetic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A detector that never stays quiet is worthless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False alarms, abstention, and the cases where we correctly say nothing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30759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9D55"/>
                </a:solidFill>
                <a:latin typeface="Arial"/>
              </a:rPr>
              <a:t>1.4%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79222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RippleTwin false-alarm rate per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0531" y="118872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8547" y="130759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9D55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547" y="179222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alerts on the normal-variation scenario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118872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6159" y="130759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9D55"/>
                </a:solidFill>
                <a:latin typeface="Arial"/>
              </a:rPr>
              <a:t>LINE_SUPPLY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6159" y="179222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a material delay is attributed to supply, not a station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755" y="118872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771" y="130759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F2B705"/>
                </a:solidFill>
                <a:latin typeface="Arial"/>
              </a:rPr>
              <a:t>ABSTAIN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71" y="179222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when adjacent candidates cannot be separated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514600"/>
            <a:ext cx="5483199" cy="13716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514600"/>
            <a:ext cx="45720" cy="13716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4261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9D55"/>
                </a:solidFill>
                <a:latin typeface="Arial"/>
              </a:rPr>
              <a:t>THRESHOLD IS A DESIGN PARAMETER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990088"/>
            <a:ext cx="515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Set from a stated false-alarm target on held-out nominal data, not hand-picked. The brief warns that false alarms erode floor trust quickly — and that trust does not survive being lost twice.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5575" y="2514600"/>
            <a:ext cx="5483199" cy="13716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05575" y="2514600"/>
            <a:ext cx="45720" cy="13716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8455" y="264261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B705"/>
                </a:solidFill>
                <a:latin typeface="Arial"/>
              </a:rPr>
              <a:t>IT DECLINES TO GUESS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8455" y="2990088"/>
            <a:ext cx="515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When posterior mass is spread across adjacent blind stations, RippleTwin reports the group and escalates rather than naming one. Those stations become sensor-placement candidates.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06908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224528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Two of our own designs were killed by these tests: a symmetric pressure channel that mis-located faults by one station, and a robust z-score on starvation time that produced a 58% false-alarm rate. Both are documented in the repository rather than buried.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Simulated prototype evaluation on synthetic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Three users, one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Same inferred state, different horizon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582314" cy="26517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34440"/>
            <a:ext cx="3582314" cy="384048"/>
          </a:xfrm>
          <a:prstGeom prst="roundRect">
            <a:avLst>
              <a:gd name="adj" fmla="val 6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7592"/>
            <a:ext cx="35823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FLOOR SUPERVISOR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33079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66666"/>
                </a:solidFill>
                <a:latin typeface="Arial"/>
              </a:rPr>
              <a:t>Right now, this station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330799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which station, and how sure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why — evidence tagged OBS/INF/PRED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what happens next, in vehicles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one recommended action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approve or reject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4690" y="1234440"/>
            <a:ext cx="3582314" cy="26517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04690" y="1234440"/>
            <a:ext cx="3582314" cy="384048"/>
          </a:xfrm>
          <a:prstGeom prst="roundRect">
            <a:avLst>
              <a:gd name="adj" fmla="val 6000"/>
            </a:avLst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1850" y="1307592"/>
            <a:ext cx="35823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PLANT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1850" y="1719072"/>
            <a:ext cx="33079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66666"/>
                </a:solidFill>
                <a:latin typeface="Arial"/>
              </a:rPr>
              <a:t>This week, this 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850" y="2029968"/>
            <a:ext cx="330799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where suspicion accumulates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throughput and escape rate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coverage by zone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defects by discovery gate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the decision ledger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6460" y="1234440"/>
            <a:ext cx="3582314" cy="26517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6460" y="1234440"/>
            <a:ext cx="3582314" cy="384048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3620" y="1307592"/>
            <a:ext cx="358231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Arial"/>
              </a:rPr>
              <a:t>LEADERSHIP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3620" y="1719072"/>
            <a:ext cx="330799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66666"/>
                </a:solidFill>
                <a:latin typeface="Arial"/>
              </a:rPr>
              <a:t>The rollout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3620" y="2029968"/>
            <a:ext cx="330799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value drivers and payback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sensor economics vs retrofit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where instrumentation is worth buying</a:t>
            </a:r>
          </a:p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1A1A1A"/>
                </a:solidFill>
                <a:latin typeface="Arial"/>
              </a:rPr>
              <a:t>• phased rollout and risks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69080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A1A1A"/>
                </a:solidFill>
                <a:latin typeface="Arial"/>
              </a:rPr>
              <a:t>Throughout, every value carries its provenance: OBSERVED (a sensor read it), INFERRED (we estimated it for a station with none), PREDICTED (it has not happened yet). A supervisor who cannot tell a measurement from an estimate will eventually trust the wrong 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Business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Illustrative assumptions, transparent arithmetic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26187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666666"/>
                </a:solidFill>
                <a:latin typeface="Arial"/>
              </a:rPr>
              <a:t>$2,200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74650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assumed contribution margin / vehicle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0531" y="114300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8547" y="126187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666666"/>
                </a:solidFill>
                <a:latin typeface="Arial"/>
              </a:rPr>
              <a:t>60/yr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8547" y="174650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assumed hidden-station disturbances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114300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6159" y="126187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666666"/>
                </a:solidFill>
                <a:latin typeface="Arial"/>
              </a:rPr>
              <a:t>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6159" y="174650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assumed recovery factor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15755" y="1143000"/>
            <a:ext cx="2673019" cy="10515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771" y="1261872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A100FF"/>
                </a:solidFill>
                <a:latin typeface="Arial"/>
              </a:rPr>
              <a:t>~1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771" y="1746504"/>
            <a:ext cx="241698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resulting payback (illustrative)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02920" y="2423160"/>
          <a:ext cx="1118585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116"/>
                <a:gridCol w="6254456"/>
                <a:gridCol w="2285282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Value driver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Evidence class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Directed maintenance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names WHICH station, not "somewhere in body shop"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PROTOTYPE RESULT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Fewer defect escapes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attributes a defect-type excess to a source before the next gate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PROTOTYPE RESULT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Recovered throughput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constraint found before the shortfall compounds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PROTOTYPE + ASSUMPTION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Lower instrumentation need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blind stations become inferable rather than dark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PROTOTYPE RESULT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502920" y="420624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4340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Where this is weakest, stated plainly: the model is dominated by margin per recovered vehicle. On a line that is NOT capacity-constrained, a recovered vehicle is worth almost nothing and the throughput driver collapses — so we would qualify the line before selling that value.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No figure on this slide is measured from a real plant. All inputs are editable in the dashboard.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Sensor economics: cost is not the binding constraint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The calendar is — retrofits wait for a maintenance window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85853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707"/>
                <a:gridCol w="4377073"/>
                <a:gridCol w="4377073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Retrofit every blind station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RippleTwin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Capital (10 stations)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~$180,000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~$150,000 year 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When it can be installed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scheduled maintenance windows only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against data already recorded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Scope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those 10 stations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every station on the line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Failure mode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sensor dies, station goes dark again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inference degrades, and reports that it has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337560"/>
            <a:ext cx="11185855" cy="96012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107286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1A1A1A"/>
                </a:solidFill>
                <a:latin typeface="Arial"/>
              </a:rPr>
              <a:t>We do NOT claim zero sensors. Shadow-sensing needs instrumented stations on both sides of a blind one — that is the mechanism. The claim is narrower and testable: the sensors already installed carry more information about their neighbours than a conventional twin extracts.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480560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The coverage experiment is itself a sensor-placement tool: it shows which blind stations inference already covers, and which genuinely need instrumenting — so the retrofit budget goes where it actually buys something.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We do not compete with the sensor budget — we direct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Which blind station to instrument next, computed with no production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1A1A1A"/>
                </a:solidFill>
                <a:latin typeface="Arial"/>
              </a:rPr>
              <a:t>A blind station is locatable only if its signature is distinguishable, from the stations we can see, from its neighbours'. Two blind stations side by side are not — and that is knowable from the sensor layout alone, before any data exists.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11680"/>
          <a:ext cx="11185853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9984"/>
                <a:gridCol w="1427981"/>
                <a:gridCol w="1427981"/>
                <a:gridCol w="2379969"/>
                <a:gridCol w="4759938"/>
              </a:tblGrid>
              <a:tr h="34747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Priority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Station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Zone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Currently confusable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Also helps resolve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FINAL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S38, S33, S35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S32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FINAL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S33, S37, S35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FINAL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S37, S35, S33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S33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FINAL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97%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S32, S37, S35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FINAL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85%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1A1A1A"/>
                          </a:solidFill>
                          <a:latin typeface="Arial"/>
                        </a:rPr>
                        <a:t>S33, S37, S32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206240"/>
            <a:ext cx="11185855" cy="914400"/>
          </a:xfrm>
          <a:prstGeom prst="roundRect">
            <a:avLst>
              <a:gd name="adj" fmla="val 6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This reframes the whole objection. "Why not just add sensors?" — you should, and this says which ones. RippleTwin sits inside the capital planning cycle, not just the operations budget.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Validated directionally against measured localisation error (r = 0.37 across 24 source stations, few episodes each). Simulated prototype result on synthetic 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What we need from your plant, and where we sit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The data layer is what kills these projects — so it is designed, not assumed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5483199" cy="19659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45720" cy="1965960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1673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A100FF"/>
                </a:solidFill>
                <a:latin typeface="Arial"/>
              </a:rPr>
              <a:t>FIVE REQUIRED SIGNALS — MOSTLY ALREADY COLLECTED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64208"/>
            <a:ext cx="5154015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Station state (running/blocked/starved) · VIN read per station · build sequence with variant · shift calendar · station order and buffer capacities.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Blocked/starved is a standard OEE state, derived at the PLC from infeed/outfeed photocells most stations already have for interlocks.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5575" y="1188720"/>
            <a:ext cx="5483199" cy="196596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05575" y="1188720"/>
            <a:ext cx="45720" cy="196596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455" y="131673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9D55"/>
                </a:solidFill>
                <a:latin typeface="Arial"/>
              </a:rPr>
              <a:t>READ-ONLY, LEVEL 3, ONE 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455" y="1664208"/>
            <a:ext cx="5154015" cy="1362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Sits at MES/operations level in Purdue terms — or a DMZ historian replica. Writes nothing into OT.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So a pilot needs no control-logic change and no maintenance window to start, and it cannot cause an incident.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~60k rows/day. Laptop scale.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FFFFF"/>
                </a:solidFill>
                <a:latin typeface="Arial"/>
              </a:rPr>
              <a:t>Because blocked and starved are LINE losses, plants exclude them from a station's own OEE and treat them as a nuisance category. This data is widely collected and rarely used — our primary input is waste data the plant already pays to store.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343400"/>
            <a:ext cx="5483199" cy="13716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343400"/>
            <a:ext cx="45720" cy="13716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47141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2B705"/>
                </a:solidFill>
                <a:latin typeface="Arial"/>
              </a:rPr>
              <a:t>PHASE 0 RUNS IN THE FIRST MEETING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18888"/>
            <a:ext cx="515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A readiness assessment returns FULL / FLOW_ONLY / QUALITY_ONLY / NOT_VIABLE and names the blockers. Its most valuable output is NOT_VIABLE — the answer most failed twin projects should have had before the money was spent.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5575" y="4343400"/>
            <a:ext cx="5483199" cy="13716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05575" y="4343400"/>
            <a:ext cx="45720" cy="13716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8455" y="4471416"/>
            <a:ext cx="51540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9D55"/>
                </a:solidFill>
                <a:latin typeface="Arial"/>
              </a:rPr>
              <a:t>AN ALERT BECOMES SOMEBODY'S JOB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8455" y="4818888"/>
            <a:ext cx="5154015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Owner role · respond-by from forecast impact · verification prompt · escalation · CMMS payload.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Arial"/>
              </a:rPr>
              <a:t>Plus the question supervisors are stuck on: "losing ~12.5 vehicles/hour; deferring to the break costs ~25."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The most-cited failure of these systems is not accuracy — it is that a dashboard shows an alert and nobody owns the next action. See docs/DEPLOYMENT.md.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Phased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Deliberately slow at the start, because trust is spent once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134758" cy="2286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280160"/>
            <a:ext cx="2134758" cy="310896"/>
          </a:xfrm>
          <a:prstGeom prst="roundRect">
            <a:avLst>
              <a:gd name="adj" fmla="val 6000"/>
            </a:avLst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35024"/>
            <a:ext cx="213475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691640"/>
            <a:ext cx="19153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2–4 weeks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938528"/>
            <a:ext cx="19153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Data readiness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286000"/>
            <a:ext cx="19153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PLC timestamps, gate results and build sequence are recoverable and joinable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5694" y="1280160"/>
            <a:ext cx="2134758" cy="2286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65694" y="1280160"/>
            <a:ext cx="2134758" cy="310896"/>
          </a:xfrm>
          <a:prstGeom prst="roundRect">
            <a:avLst>
              <a:gd name="adj" fmla="val 6000"/>
            </a:avLst>
          </a:prstGeom>
          <a:solidFill>
            <a:srgbClr val="4C9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65694" y="1335024"/>
            <a:ext cx="213475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5422" y="1691640"/>
            <a:ext cx="19153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8–12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5422" y="1938528"/>
            <a:ext cx="19153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Shadow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5422" y="2286000"/>
            <a:ext cx="19153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Alerts logged, nobody acts. Precision per station measured on the ledger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8468" y="1280160"/>
            <a:ext cx="2134758" cy="2286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8468" y="1280160"/>
            <a:ext cx="2134758" cy="310896"/>
          </a:xfrm>
          <a:prstGeom prst="roundRect">
            <a:avLst>
              <a:gd name="adj" fmla="val 6000"/>
            </a:avLst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8468" y="1335024"/>
            <a:ext cx="213475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196" y="1691640"/>
            <a:ext cx="19153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12 weeks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196" y="1938528"/>
            <a:ext cx="19153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Live advisory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196" y="2286000"/>
            <a:ext cx="19153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Supervisors see and act. Adoption and precision on real outcomes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1242" y="1280160"/>
            <a:ext cx="2134758" cy="2286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91242" y="1280160"/>
            <a:ext cx="2134758" cy="310896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91242" y="1335024"/>
            <a:ext cx="213475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0970" y="1691640"/>
            <a:ext cx="19153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2 quarters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0970" y="1938528"/>
            <a:ext cx="19153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Plant rollout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0970" y="2286000"/>
            <a:ext cx="19153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Remaining lines; per-line configuration under one week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54016" y="1280160"/>
            <a:ext cx="2134758" cy="2286000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54016" y="1280160"/>
            <a:ext cx="2134758" cy="310896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4016" y="1335024"/>
            <a:ext cx="213475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Arial"/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63744" y="1691640"/>
            <a:ext cx="191530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66666"/>
                </a:solidFill>
                <a:latin typeface="Arial"/>
              </a:rPr>
              <a:t>12 months+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63744" y="1938528"/>
            <a:ext cx="191530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A1A1A"/>
                </a:solidFill>
                <a:latin typeface="Arial"/>
              </a:rPr>
              <a:t>Multi-plant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63744" y="2286000"/>
            <a:ext cx="191530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1A1A1A"/>
                </a:solidFill>
                <a:latin typeface="Arial"/>
              </a:rPr>
              <a:t>Other sites and equipment vintages; baseline transfer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3749039"/>
            <a:ext cx="11185855" cy="77724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877056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Integration is read-only throughout. RippleTwin writes to no control system — the brief notes that modifying live PLCs carries real operational risk, so the prototype does not, and neither should a pilot.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Risks and limitations, stated before you find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68096"/>
            <a:ext cx="1118585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66666"/>
                </a:solidFill>
                <a:latin typeface="Arial"/>
              </a:rPr>
              <a:t>The honest version is the one worth reviewing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85853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665"/>
                <a:gridCol w="1141413"/>
                <a:gridCol w="6277775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Risk / limitation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Severity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Mitigation</a:t>
                      </a:r>
                    </a:p>
                  </a:txBody>
                  <a:tcPr marL="73152" marR="54864" marT="18288" marB="18288" anchor="ctr">
                    <a:solidFill>
                      <a:srgbClr val="A100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No real-world validation — everything is synthetic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shadow-mode pilot before any operational claim; validate the flow signature on one real line's PLC logs first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Value depends on the line being capacity-constrained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HIGH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qualify during Phase 0; do not sell throughput value to an unconstrained plant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Serial-line assumption in the propagation model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the likelihood generalises; the pattern matrix must be rebuilt from the real process graph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Adjacent blind stations are not separable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report the group and abstain; flag as sensor-placement candidates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Alert fatigue kills adoption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threshold from a stated false-alarm target; abstention when ambiguous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An incumbent platform copies the algorithm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MEDIUM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</a:rPr>
                        <a:t>the algorithm is not the moat — the outcome ledger and sensor-placement position are</a:t>
                      </a:r>
                    </a:p>
                  </a:txBody>
                  <a:tcPr marL="73152" marR="54864" marT="18288" marB="18288" anchor="ctr">
                    <a:solidFill>
                      <a:srgbClr val="F4ECF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66666"/>
                </a:solidFill>
                <a:latin typeface="Arial"/>
              </a:rPr>
              <a:t>Full limitations section in the repository README.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8585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FFFFFF"/>
                </a:solidFill>
                <a:latin typeface="Arial"/>
              </a:rPr>
              <a:t>Why this is difficult to dismiss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11185855" cy="896112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54864" cy="89611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99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A100FF"/>
                </a:solidFill>
                <a:latin typeface="Arial"/>
              </a:rPr>
              <a:t>The mechanism is derived, not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Conservation of material through a serial line. A judge can check the derivation, and the tests assert it against ground truth.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304288"/>
            <a:ext cx="11185855" cy="896112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304288"/>
            <a:ext cx="54864" cy="89611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42316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A100FF"/>
                </a:solidFill>
                <a:latin typeface="Arial"/>
              </a:rPr>
              <a:t>The advantage is isolated, not asserted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761488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B2 is the same model minus hidden candidates. At 100% coverage the two are identical — the gain appears only where instrumentation is missing.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328416"/>
            <a:ext cx="11185855" cy="896112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54864" cy="89611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4472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A100FF"/>
                </a:solidFill>
                <a:latin typeface="Arial"/>
              </a:rPr>
              <a:t>The claim is falsifiable, and we did the falsifying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785616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Two of our designs were killed by our own measurements and are documented. The metric that would have flattered us most, we report as under-powered.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352544"/>
            <a:ext cx="11185855" cy="896112"/>
          </a:xfrm>
          <a:prstGeom prst="roundRect">
            <a:avLst>
              <a:gd name="adj" fmla="val 6000"/>
            </a:avLst>
          </a:prstGeom>
          <a:solidFill>
            <a:srgbClr val="F4EC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4352544"/>
            <a:ext cx="54864" cy="896112"/>
          </a:xfrm>
          <a:prstGeom prst="rect">
            <a:avLst/>
          </a:prstGeom>
          <a:solidFill>
            <a:srgbClr val="A1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4714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A100FF"/>
                </a:solidFill>
                <a:latin typeface="Arial"/>
              </a:rPr>
              <a:t>It is honest about what it does not know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809744"/>
            <a:ext cx="1063721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A1A1A"/>
                </a:solidFill>
                <a:latin typeface="Arial"/>
              </a:rPr>
              <a:t>Provenance on every number, abstention when ambiguous, and a limitations section we wrote before anyone asked for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77840"/>
            <a:ext cx="111858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A100FF"/>
                </a:solidFill>
                <a:latin typeface="Arial"/>
              </a:rPr>
              <a:t>RippleTwin — see the bottleneck before it arrives, even at the stations you can't instrument.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centure 2025">
  <a:themeElements>
    <a:clrScheme name="Custom 20">
      <a:dk1>
        <a:srgbClr val="000000"/>
      </a:dk1>
      <a:lt1>
        <a:srgbClr val="FFFFFF"/>
      </a:lt1>
      <a:dk2>
        <a:srgbClr val="450073"/>
      </a:dk2>
      <a:lt2>
        <a:srgbClr val="A000FF"/>
      </a:lt2>
      <a:accent1>
        <a:srgbClr val="7400C0"/>
      </a:accent1>
      <a:accent2>
        <a:srgbClr val="C1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000FF"/>
      </a:hlink>
      <a:folHlink>
        <a:srgbClr val="74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PPT-Graphik_v19_AccessibilityFixes.pptx" id="{6C590743-EE6F-704D-9B30-76795EFC297C}" vid="{E566E052-0B33-5E4D-99EA-EFC16BC751F1}"/>
    </a:ext>
  </a:extLst>
</a:theme>
</file>

<file path=ppt/theme/theme2.xml><?xml version="1.0" encoding="utf-8"?>
<a:theme xmlns:a="http://schemas.openxmlformats.org/drawingml/2006/main" name="1_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3.xml><?xml version="1.0" encoding="utf-8"?>
<a:theme xmlns:a="http://schemas.openxmlformats.org/drawingml/2006/main" name="Titles">
  <a:themeElements>
    <a:clrScheme name="Acc Core">
      <a:dk1>
        <a:srgbClr val="000000"/>
      </a:dk1>
      <a:lt1>
        <a:srgbClr val="FFFFFF"/>
      </a:lt1>
      <a:dk2>
        <a:srgbClr val="BDBDBD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00BAFF"/>
      </a:accent4>
      <a:accent5>
        <a:srgbClr val="008EFF"/>
      </a:accent5>
      <a:accent6>
        <a:srgbClr val="004DFF"/>
      </a:accent6>
      <a:hlink>
        <a:srgbClr val="7500C0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10" id="{C00EB2C1-B526-F548-AF64-FD10065D7E5F}" vid="{C7D4C087-F6B1-4649-903F-3FEF709D25B8}"/>
    </a:ext>
  </a:extLst>
</a:theme>
</file>

<file path=ppt/theme/theme4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5.xml><?xml version="1.0" encoding="utf-8"?>
<a:theme xmlns:a="http://schemas.openxmlformats.org/drawingml/2006/main" name="1_Accenture 2025">
  <a:themeElements>
    <a:clrScheme name="Accenture">
      <a:dk1>
        <a:srgbClr val="000000"/>
      </a:dk1>
      <a:lt1>
        <a:srgbClr val="FFFFFF"/>
      </a:lt1>
      <a:dk2>
        <a:srgbClr val="A100FF"/>
      </a:dk2>
      <a:lt2>
        <a:srgbClr val="460073"/>
      </a:lt2>
      <a:accent1>
        <a:srgbClr val="7500C0"/>
      </a:accent1>
      <a:accent2>
        <a:srgbClr val="C2A3FF"/>
      </a:accent2>
      <a:accent3>
        <a:srgbClr val="E6DCFF"/>
      </a:accent3>
      <a:accent4>
        <a:srgbClr val="FF50A0"/>
      </a:accent4>
      <a:accent5>
        <a:srgbClr val="224BFF"/>
      </a:accent5>
      <a:accent6>
        <a:srgbClr val="05F2DB"/>
      </a:accent6>
      <a:hlink>
        <a:srgbClr val="A100FF"/>
      </a:hlink>
      <a:folHlink>
        <a:srgbClr val="7500C0"/>
      </a:folHlink>
    </a:clrScheme>
    <a:fontScheme name="GraphikReg-GraphikSemiB">
      <a:majorFont>
        <a:latin typeface="Graphik-Semibold"/>
        <a:ea typeface=""/>
        <a:cs typeface=""/>
      </a:majorFont>
      <a:minorFont>
        <a:latin typeface="Graphik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Y25-Branding-Guidelines_Graphik_v22_Accessibility" id="{B24F0E14-DE31-5248-A702-F861AB2F5F31}" vid="{E2D4869B-0EAF-0144-9FC0-81C17233BA3E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118</Words>
  <Application>Microsoft Office PowerPoint</Application>
  <PresentationFormat>Widescreen</PresentationFormat>
  <Paragraphs>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7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Graphik</vt:lpstr>
      <vt:lpstr>Graphik Black</vt:lpstr>
      <vt:lpstr>Graphik Extralight</vt:lpstr>
      <vt:lpstr>Graphik Medium</vt:lpstr>
      <vt:lpstr>Graphik Regular</vt:lpstr>
      <vt:lpstr>Graphik Semibold</vt:lpstr>
      <vt:lpstr>Graphik-Semibold</vt:lpstr>
      <vt:lpstr>GT Sectra Fine Rg</vt:lpstr>
      <vt:lpstr>System Font</vt:lpstr>
      <vt:lpstr>Accenture 2025</vt:lpstr>
      <vt:lpstr>1_Titles</vt:lpstr>
      <vt:lpstr>Titles</vt:lpstr>
      <vt:lpstr>1_Office Theme</vt:lpstr>
      <vt:lpstr>1_Accenture 2025</vt:lpstr>
      <vt:lpstr>PowerPoint Presentation</vt:lpstr>
      <vt:lpstr>Instructions Reference slide– Remove before submission</vt:lpstr>
      <vt:lpstr>Team details</vt:lpstr>
      <vt:lpstr>Describe the problem statement (200 words)</vt:lpstr>
      <vt:lpstr>Proposed solution (200 words)</vt:lpstr>
      <vt:lpstr>Video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Tolentino, Ma. Antonette</dc:creator>
  <cp:lastModifiedBy>Gupta, Sumit</cp:lastModifiedBy>
  <cp:revision>3</cp:revision>
  <dcterms:created xsi:type="dcterms:W3CDTF">2026-07-24T04:09:52Z</dcterms:created>
  <dcterms:modified xsi:type="dcterms:W3CDTF">2026-08-12T11:52:50Z</dcterms:modified>
</cp:coreProperties>
</file>